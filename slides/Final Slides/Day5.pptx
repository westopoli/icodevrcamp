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Day 5 — Escape Simulator · Modern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You've built games across 50 years of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D1 · 1972 — Pong era · Variables + Conditions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D2 · 1980 — Pac-Man era · Loops +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D3 · 1990s — Tower Defense era · Functions deep + Lists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D4 · 1999 — Smash Bros era · Objects + State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D5 · Today — Modern era · You're the designer 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Build an escape room inside Escape Simulator.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It should be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solvable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— every puzzle has an answer players can find.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lang="en-US" sz="2000" dirty="0">
                <a:solidFill>
                  <a:srgbClr val="1A1A1A"/>
                </a:solidFill>
                <a:latin typeface="Poppins"/>
              </a:rPr>
              <a:t>Do a test with another student, if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they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finish </a:t>
            </a:r>
            <a:r>
              <a:rPr lang="en-US" sz="2000" dirty="0">
                <a:solidFill>
                  <a:srgbClr val="1A1A1A"/>
                </a:solidFill>
                <a:latin typeface="Poppins"/>
              </a:rPr>
              <a:t>too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early: make it harder, add a second room, or add a fake-out.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Escape Simulator?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real game on Steam — players get locked in themed rooms and solve puzzles to escape.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 ships with a room editor: you place objects, set physics modes, wire puzzle logic, and publish.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 you're using the editor — you're the designer, not the player.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Real players on Steam can play rooms created in the editor.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manual for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have a printed reference guide: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Escape Simulator Room Editor — Quick Reference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8 pages. Everything you need is in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you get stuck, check the guide before asking for help.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Keep it at your desk the whole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object has a physics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STATIC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players can't touch it. Walls, decoration, furniture.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DRAGGABLE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players can push it. Clutter, moveable objects.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PICKABLE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players can pick it up and carry it. Keys and items.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⚠️ Always check "Is Obstacle" on chests, cabinets, and doors — otherwise players walk through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What's in your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Keys &amp; Doors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Pickable key → Slot → Lock → door animation. (Guide page 3)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Combination Locks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Turnable spinners → Lock (Inplace) → target. (Guide page 5)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Buttons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Button → Lock (password: 1) → target. (Guide page 6)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 Condition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Finish object → connected to your final lock. (Guide page 7)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💡 Build your puzzle chain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backwards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the win. Final lock → Finish. Earlier locks → that door.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Also today — take your games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D5 rally racing game is on the computer — open it, customize the track or tune the car whenever you want a break from the escape room.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 the end of the day, everything goes on a USB: all 5 games you built this week, ready to play at home.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Build your escape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Reference guide is at your desk.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Ask your neighbor before asking the instructor.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Goal: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solvable room. Stretch: make it harder or add a second room.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Last 2 hours —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Everyone plays everyone else's escape rooms.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Vote on 3 awards: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🏆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Most creative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most original escape room concept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💀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Hardest room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one nobody could escape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🎨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Coolest visual design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best-looking 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655</Words>
  <Application>Microsoft Macintosh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3</cp:revision>
  <dcterms:created xsi:type="dcterms:W3CDTF">2013-01-27T09:14:16Z</dcterms:created>
  <dcterms:modified xsi:type="dcterms:W3CDTF">2026-06-13T13:27:36Z</dcterms:modified>
  <cp:category/>
</cp:coreProperties>
</file>