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4" r:id="rId84"/>
    <p:sldId id="346" r:id="rId85"/>
    <p:sldId id="348" r:id="rId86"/>
    <p:sldId id="349" r:id="rId87"/>
    <p:sldId id="350" r:id="rId88"/>
    <p:sldId id="351" r:id="rId89"/>
    <p:sldId id="352" r:id="rId90"/>
    <p:sldId id="353" r:id="rId91"/>
    <p:sldId id="354" r:id="rId92"/>
    <p:sldId id="355" r:id="rId93"/>
    <p:sldId id="356" r:id="rId94"/>
    <p:sldId id="357" r:id="rId95"/>
    <p:sldId id="358" r:id="rId96"/>
    <p:sldId id="359" r:id="rId97"/>
    <p:sldId id="362" r:id="rId98"/>
    <p:sldId id="363" r:id="rId99"/>
    <p:sldId id="364" r:id="rId100"/>
    <p:sldId id="365" r:id="rId101"/>
    <p:sldId id="372" r:id="rId102"/>
    <p:sldId id="373" r:id="rId103"/>
    <p:sldId id="374" r:id="rId104"/>
    <p:sldId id="375" r:id="rId105"/>
    <p:sldId id="376" r:id="rId106"/>
    <p:sldId id="377" r:id="rId107"/>
    <p:sldId id="378" r:id="rId108"/>
    <p:sldId id="379" r:id="rId109"/>
    <p:sldId id="380" r:id="rId110"/>
    <p:sldId id="381" r:id="rId111"/>
    <p:sldId id="382" r:id="rId112"/>
    <p:sldId id="383" r:id="rId113"/>
    <p:sldId id="384" r:id="rId114"/>
    <p:sldId id="385" r:id="rId115"/>
    <p:sldId id="386" r:id="rId116"/>
    <p:sldId id="387" r:id="rId117"/>
    <p:sldId id="388" r:id="rId118"/>
    <p:sldId id="390" r:id="rId119"/>
    <p:sldId id="391" r:id="rId1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d1_finished_game.png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Two paddles. One ball. No art — every visible thing on screen is just a coloured rectangle controlled by code you'll write.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d1_escape_sim.png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5: you build a VR escape 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one extra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Python:                       GDScript: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x =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x =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name = </a:t>
            </a:r>
            <a:r>
              <a:rPr sz="1800">
                <a:solidFill>
                  <a:srgbClr val="CE9178"/>
                </a:solidFill>
                <a:latin typeface="Consolas"/>
              </a:rPr>
              <a:t>"Alex"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name = </a:t>
            </a:r>
            <a:r>
              <a:rPr sz="1800">
                <a:solidFill>
                  <a:srgbClr val="CE9178"/>
                </a:solidFill>
                <a:latin typeface="Consolas"/>
              </a:rPr>
              <a:t>"Alex"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: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    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        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"losing"</a:t>
            </a:r>
            <a:r>
              <a:rPr sz="1800">
                <a:solidFill>
                  <a:srgbClr val="E6E6E6"/>
                </a:solidFill>
                <a:latin typeface="Consolas"/>
              </a:rPr>
              <a:t>)     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"losing"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2602795"/>
            <a:ext cx="4236598" cy="22467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 dirty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, then double-click to open it.</a:t>
            </a:r>
            <a:br>
              <a:rPr lang="en-US" sz="2000" dirty="0">
                <a:solidFill>
                  <a:srgbClr val="1A1A1A"/>
                </a:solidFill>
                <a:latin typeface="Poppins"/>
              </a:rPr>
            </a:br>
            <a:br>
              <a:rPr lang="en-US" sz="2000" dirty="0">
                <a:solidFill>
                  <a:srgbClr val="1A1A1A"/>
                </a:solidFill>
                <a:latin typeface="Poppins"/>
              </a:rPr>
            </a:br>
            <a:r>
              <a:rPr lang="en-US" sz="2000" dirty="0">
                <a:solidFill>
                  <a:srgbClr val="1A1A1A"/>
                </a:solidFill>
                <a:latin typeface="Poppins"/>
              </a:rPr>
              <a:t>The Script editor opens on </a:t>
            </a:r>
            <a:r>
              <a:rPr lang="en-US" sz="2000" dirty="0">
                <a:solidFill>
                  <a:srgbClr val="1A1A1A"/>
                </a:solidFill>
                <a:latin typeface="Consolas"/>
              </a:rPr>
              <a:t>main.gd</a:t>
            </a:r>
            <a:r>
              <a:rPr lang="en-US" sz="2000" dirty="0">
                <a:solidFill>
                  <a:srgbClr val="1A1A1A"/>
                </a:solidFill>
                <a:latin typeface="Poppins"/>
              </a:rPr>
              <a:t>. </a:t>
            </a:r>
            <a:r>
              <a:rPr lang="en-US" sz="2000">
                <a:solidFill>
                  <a:srgbClr val="1A1A1A"/>
                </a:solidFill>
                <a:latin typeface="Poppins"/>
              </a:rPr>
              <a:t>This is the file you'll edit all day.</a:t>
            </a:r>
          </a:p>
          <a:p>
            <a:pPr algn="l"/>
            <a:endParaRPr sz="2000" b="0" i="0">
              <a:solidFill>
                <a:srgbClr val="1A1A1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WalkB3.png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d1_chunk1a_jar_empty.png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d1_chunk1a_jar_full.png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d1_chunk1a_reference.png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Up 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we already have two variables for the score.</a:t>
            </a:r>
          </a:p>
        </p:txBody>
      </p:sp>
      <p:pic>
        <p:nvPicPr>
          <p:cNvPr id="12" name="Picture 11" descr="WalkB2.png">
            <a:extLst>
              <a:ext uri="{FF2B5EF4-FFF2-40B4-BE49-F238E27FC236}">
                <a16:creationId xmlns:a16="http://schemas.microsoft.com/office/drawing/2014/main" id="{C199037B-22BC-3D90-098B-75A79DFF4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33" t="56206" r="29280"/>
          <a:stretch>
            <a:fillRect/>
          </a:stretch>
        </p:blipFill>
        <p:spPr>
          <a:xfrm>
            <a:off x="825500" y="2295577"/>
            <a:ext cx="6192593" cy="29685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33012" y="5019294"/>
            <a:ext cx="5672637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THREE variables: ball x-speed, ball y-speed, paddle speed. Pick any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score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87" y="2971800"/>
            <a:ext cx="476712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score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TWO variables — any name, any starting number. Go weird if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skibidi_speed :=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31760"/>
            <a:ext cx="5501487" cy="1400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51560" y="2269744"/>
            <a:ext cx="609219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a true/false variable called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Start it as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is_alive :=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204320"/>
            <a:ext cx="5501487" cy="3055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[something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and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player presses Space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true. While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is still false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freeze the ball.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is_alive ==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913346"/>
            <a:ext cx="5501487" cy="16373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8597" y="3218348"/>
            <a:ext cx="4236598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Press F5. The ball sits frozen at the cente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until you tap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Space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UPDATE one.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= x + 1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works — but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+=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the shortcut every programmer uses for the rest of their life.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Add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ball.position.x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every frame. Same for y. The ball will start moving (and drift off-screen — we'll catch it next).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score = score +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…same thing, shorter: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score +=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298163"/>
            <a:ext cx="5501487" cy="8677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0847" y="128016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Press F5, then Space. The ball drifts off the right side of the screen. That's expected — chunk #4 catches it.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9389"/>
            <a:ext cx="6766376" cy="149358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right after we move the ball.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off the top OR bottom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Else → keep going (use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pass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now).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hungry: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eat()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sleep()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124832"/>
            <a:ext cx="5501487" cy="12143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997" y="128016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Press F5, then Space. The ball ricochets off the top and bottom walls now. It still flies off the LEFT and RIGHT sides — chunk #5 fixes that.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past the right edge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the Output panel. (Real scoring comes in #5.)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21563"/>
            <a:ext cx="5501487" cy="14209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5747" y="128016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Press F5. Let the ball go past the right edge. Look at the Output panel —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point!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right edge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left edge. Bump the correct score and call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lives ==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game_over()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66375"/>
            <a:ext cx="5501487" cy="13312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7647" y="128016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your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#1b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variables ON SCREEN. We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str()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turn numbers into text so we can stick them onto the scoreboard.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Append your two silly variables onto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score_label.text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Decorate with stars, emojis, whatever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label.text = </a:t>
            </a:r>
            <a:r>
              <a:rPr sz="1800">
                <a:solidFill>
                  <a:srgbClr val="CE9178"/>
                </a:solidFill>
                <a:latin typeface="Consolas"/>
              </a:rPr>
              <a:t>"Speed: "</a:t>
            </a:r>
            <a:r>
              <a:rPr sz="1800">
                <a:solidFill>
                  <a:srgbClr val="E6E6E6"/>
                </a:solidFill>
                <a:latin typeface="Consolas"/>
              </a:rPr>
              <a:t> +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D1C1c.png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897" y="107442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Run it. The scoreboard now shows your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skibidi_speed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(or whatever you called it) right next to the score.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Five ways to make this Pong YOUR Pong. Pick the ones you want — do them in any order.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at the top of the Scene panel (top-left).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0A514B-927F-481D-2FB7-E0360DDAF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1898650"/>
            <a:ext cx="7124125" cy="387205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1307" y="-4715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Scroll down to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Script 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section — that's where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live.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72029A-7F4D-E1F0-E07B-94F0053FC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09" y="1900250"/>
            <a:ext cx="7105758" cy="36518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64CBEC-AB1B-9B1F-C1FC-683703863D62}"/>
              </a:ext>
            </a:extLst>
          </p:cNvPr>
          <p:cNvSpPr txBox="1"/>
          <p:nvPr/>
        </p:nvSpPr>
        <p:spPr>
          <a:xfrm>
            <a:off x="7541307" y="11922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colour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swatch next to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The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colour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picker pops up. Pick anything you like.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63D76D-87FA-EAC2-55FE-81EBF58F2397}"/>
              </a:ext>
            </a:extLst>
          </p:cNvPr>
          <p:cNvSpPr txBox="1"/>
          <p:nvPr/>
        </p:nvSpPr>
        <p:spPr>
          <a:xfrm>
            <a:off x="7498202" y="277495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colour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swatch next to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The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colour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picker pops up. Pick anything you like.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36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save the scene,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run. Your new colours are live.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548" y="11684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Find your chunk #1a line: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var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 := 6.0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548" y="107442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6.0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and change it — higher for a faster ball, lower for slower. Try the 3–12 range. Save (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), run (F5).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colours were in the Inspector but speeds weren't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colour variables have a special word in front: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show this variable in the Inspector so I can change it without opening the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speeds don't have it — so you change them in the code instead. Same idea, two doors in.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player2.gd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Kick out the computer. Make Pong 2-player — your friend plays the right paddle on the I and K keys.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1 — turn the AI off" → "reading code +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comment out lines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2 — I/K keys move the paddle" → "chunk #1a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+ chunk #3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Right now the right paddle is a computer. After this challenge, a real second player controls it — I = up, K = down. Pong becomes 2-player.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EDECA3-7F41-FAB1-2149-2D7810122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09" y="1589501"/>
            <a:ext cx="7148647" cy="3872494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2602796"/>
            <a:ext cx="4236598" cy="22467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node). The 5 lines in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that start with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var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ball_middle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 = …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down through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position.y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 -=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ai_speed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1" i="0" dirty="0">
                <a:solidFill>
                  <a:srgbClr val="1A1A1A"/>
                </a:solidFill>
                <a:latin typeface="Poppins"/>
              </a:rPr>
              <a:t>that's the AI playing itself.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5BBBF6-D152-E8AC-75F9-916CEF99C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76" y="1714500"/>
            <a:ext cx="731262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548" y="128016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Select those 5 lines and comment them out — put a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at the start of each, or select them and press </a:t>
            </a:r>
            <a:r>
              <a:rPr sz="2000" b="1" i="0" dirty="0" err="1">
                <a:solidFill>
                  <a:srgbClr val="1A1A1A"/>
                </a:solidFill>
                <a:latin typeface="Poppins"/>
              </a:rPr>
              <a:t>Ctrl+K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Run (F5): the right paddle should now sit still.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548" y="13589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Just below the AI block, under 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STEP 2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banner, there's a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block. That's where you make the I and K keys move the paddle.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 moves up (subtract), K moves down (add). Use your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shape as this morning.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Input.is_key_pressed(KEY_?):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position.y -= ???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Input.is_key_pressed(KEY_?):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position.y += ???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A5A596-3F32-2915-C798-948987772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067" y="3651774"/>
            <a:ext cx="5995365" cy="216049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548" y="120015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Save the scene with </a:t>
            </a:r>
            <a:r>
              <a:rPr sz="2000" b="1" i="0" dirty="0" err="1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, then click into the script editor and </a:t>
            </a:r>
            <a:r>
              <a:rPr sz="2000" b="1" i="0" dirty="0" err="1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again. No asterisks left next to the tab names = everything's saved.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 → Export…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460B37-F06A-3DD1-BBF1-C3FFDB6BD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54" y="1476532"/>
            <a:ext cx="6609411" cy="4238468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window, select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preset. (Your instructor set this up already.)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F09BB8-B676-AD87-5684-BD97B9E22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6" y="1234440"/>
            <a:ext cx="7282501" cy="446346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3372237"/>
            <a:ext cx="423659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Click </a:t>
            </a:r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Windows Desktop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at the bottom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of the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dropdown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99CE31-E7A0-24D1-2790-BFB2B53D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7" y="1536514"/>
            <a:ext cx="7120790" cy="424217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833357"/>
            <a:ext cx="4236598" cy="37856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Click “Go online” if needed</a:t>
            </a:r>
          </a:p>
          <a:p>
            <a:pPr algn="l"/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Then click “Download and Install”</a:t>
            </a:r>
          </a:p>
          <a:p>
            <a:pPr algn="l"/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If you don’t see an error, than you’re </a:t>
            </a:r>
            <a:r>
              <a:rPr lang="en-US" sz="2000" b="0" i="0" dirty="0" err="1">
                <a:solidFill>
                  <a:srgbClr val="1A1A1A"/>
                </a:solidFill>
                <a:latin typeface="Poppins"/>
              </a:rPr>
              <a:t>chillin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’ </a:t>
            </a:r>
          </a:p>
          <a:p>
            <a:pPr algn="l"/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0" i="1" dirty="0">
                <a:solidFill>
                  <a:schemeClr val="bg1">
                    <a:lumMod val="65000"/>
                  </a:schemeClr>
                </a:solidFill>
                <a:latin typeface="Poppins"/>
              </a:rPr>
              <a:t>(though idk how you didn’t have to do this step unless someone else has done it before lol)</a:t>
            </a:r>
            <a:endParaRPr sz="2000" b="0" i="1" dirty="0">
              <a:solidFill>
                <a:schemeClr val="bg1">
                  <a:lumMod val="65000"/>
                </a:schemeClr>
              </a:solidFill>
              <a:latin typeface="Poppi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7C4A0F-3031-12E0-3770-3856711E2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38" y="1904999"/>
            <a:ext cx="6406596" cy="3346729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2756684"/>
            <a:ext cx="4236598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Select the preset and click “</a:t>
            </a:r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Export Project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”. You should now see this screen. </a:t>
            </a:r>
          </a:p>
          <a:p>
            <a:pPr algn="l"/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Uncheck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Export With Debug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— it keeps your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smaller.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198E5C-ECB6-7381-D225-7E4C32E34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0" y="1234440"/>
            <a:ext cx="7047230" cy="4876955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d1_export_step7.png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910029"/>
            <a:ext cx="4236598" cy="56323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Godot builds your game.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 </a:t>
            </a: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  <a:latin typeface="Poppins"/>
              </a:rPr>
              <a:t>You should see it in your files as a .exe file, something like this that’s highlighted white.</a:t>
            </a: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  <a:latin typeface="Poppins"/>
              </a:rPr>
              <a:t>You can double-click that .exe file on any windows computer (at home, at a friends house)</a:t>
            </a: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dirty="0">
                <a:solidFill>
                  <a:srgbClr val="1A1A1A"/>
                </a:solidFill>
                <a:latin typeface="Poppins"/>
              </a:rPr>
              <a:t>And run it, I encourage you to show it off to your friends/family.</a:t>
            </a: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1" dirty="0">
                <a:solidFill>
                  <a:srgbClr val="1A1A1A"/>
                </a:solidFill>
                <a:latin typeface="Poppins"/>
              </a:rPr>
              <a:t>This is how real games are made, not in editors but as real executable files.</a:t>
            </a:r>
            <a:endParaRPr sz="2000" b="1" i="0" dirty="0">
              <a:solidFill>
                <a:srgbClr val="1A1A1A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A85566-F32D-CDFE-0175-616B071A4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682839"/>
            <a:ext cx="6766377" cy="408668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d1_export_step8.png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two files into your folder: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game)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(its data). Keep them together.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275420-309C-B186-170E-DF685BF4F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682839"/>
            <a:ext cx="6766377" cy="4086682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4223</Words>
  <Application>Microsoft Office PowerPoint</Application>
  <PresentationFormat>Widescreen</PresentationFormat>
  <Paragraphs>773</Paragraphs>
  <Slides>119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4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49</cp:revision>
  <dcterms:created xsi:type="dcterms:W3CDTF">2013-01-27T09:14:16Z</dcterms:created>
  <dcterms:modified xsi:type="dcterms:W3CDTF">2026-06-12T01:38:08Z</dcterms:modified>
  <cp:category/>
</cp:coreProperties>
</file>