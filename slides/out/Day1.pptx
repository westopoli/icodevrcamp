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28" r:id="rId70"/>
    <p:sldId id="329" r:id="rId71"/>
    <p:sldId id="330" r:id="rId72"/>
    <p:sldId id="332" r:id="rId73"/>
    <p:sldId id="333" r:id="rId74"/>
    <p:sldId id="334" r:id="rId75"/>
    <p:sldId id="335" r:id="rId76"/>
    <p:sldId id="336" r:id="rId77"/>
    <p:sldId id="337" r:id="rId78"/>
    <p:sldId id="338" r:id="rId79"/>
    <p:sldId id="339" r:id="rId80"/>
    <p:sldId id="340" r:id="rId81"/>
    <p:sldId id="341" r:id="rId82"/>
    <p:sldId id="342" r:id="rId83"/>
    <p:sldId id="344" r:id="rId84"/>
    <p:sldId id="346" r:id="rId85"/>
    <p:sldId id="348" r:id="rId86"/>
    <p:sldId id="349" r:id="rId87"/>
    <p:sldId id="350" r:id="rId88"/>
    <p:sldId id="351" r:id="rId89"/>
    <p:sldId id="352" r:id="rId90"/>
    <p:sldId id="353" r:id="rId91"/>
    <p:sldId id="354" r:id="rId92"/>
    <p:sldId id="355" r:id="rId93"/>
    <p:sldId id="356" r:id="rId94"/>
    <p:sldId id="357" r:id="rId95"/>
    <p:sldId id="358" r:id="rId96"/>
    <p:sldId id="359" r:id="rId97"/>
    <p:sldId id="362" r:id="rId98"/>
    <p:sldId id="363" r:id="rId99"/>
    <p:sldId id="364" r:id="rId100"/>
    <p:sldId id="365" r:id="rId101"/>
    <p:sldId id="372" r:id="rId102"/>
    <p:sldId id="373" r:id="rId103"/>
    <p:sldId id="374" r:id="rId104"/>
    <p:sldId id="375" r:id="rId105"/>
    <p:sldId id="376" r:id="rId106"/>
    <p:sldId id="377" r:id="rId107"/>
    <p:sldId id="378" r:id="rId108"/>
    <p:sldId id="379" r:id="rId109"/>
    <p:sldId id="380" r:id="rId110"/>
    <p:sldId id="381" r:id="rId111"/>
    <p:sldId id="382" r:id="rId112"/>
    <p:sldId id="383" r:id="rId113"/>
    <p:sldId id="384" r:id="rId114"/>
    <p:sldId id="385" r:id="rId115"/>
    <p:sldId id="386" r:id="rId116"/>
    <p:sldId id="387" r:id="rId117"/>
    <p:sldId id="388" r:id="rId118"/>
    <p:sldId id="389" r:id="rId119"/>
    <p:sldId id="390" r:id="rId120"/>
    <p:sldId id="391" r:id="rId1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65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VR Creator - Day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Pong · 1972 · Atari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d1_finished_game.png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Two paddles. One ball. No art — every visible thing on screen is just a coloured rectangle controlled by code you'll write.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Pong mattered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1972, Atari. One of the first video games you could play in public.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Dead simple — two paddles, one ball. Anyone got it in seconds. That simplicity is why it spread.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Launched the whole arcade industry; 3 years later 'Home Pong' put a video game on the family TV for the first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Proved games could be a business. Pac-Man, Mario, your living-room console — all trace back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1972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Pong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(today, highlighted)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1980 — Pac-Man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1990s — Tower / Base Defense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late 1990s — Fighter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2020s — Racing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quick history of 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dream is old — VR headsets go back to the 1960s, but they were huge, blurry, and wildly expensive.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2012: the Oculus Rift made VR cheap and good enough to be real. Now standalone headsets (Quest) need no PC at all.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VR = the screen wraps all the way around you. You don't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look at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game — you're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inside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d1_escape_sim.png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Day 5: you build a VR escape room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Today's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Variables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values that can change.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Conditions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if / else, and comparing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GDScript is Python with one extra 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55767" cy="3886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Python:                       GDScript: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x =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x =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name = </a:t>
            </a:r>
            <a:r>
              <a:rPr sz="1800">
                <a:solidFill>
                  <a:srgbClr val="CE9178"/>
                </a:solidFill>
                <a:latin typeface="Consolas"/>
              </a:rPr>
              <a:t>"Alex"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name = </a:t>
            </a:r>
            <a:r>
              <a:rPr sz="1800">
                <a:solidFill>
                  <a:srgbClr val="CE9178"/>
                </a:solidFill>
                <a:latin typeface="Consolas"/>
              </a:rPr>
              <a:t>"Alex"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score &gt; </a:t>
            </a:r>
            <a:r>
              <a:rPr sz="1800">
                <a:solidFill>
                  <a:srgbClr val="B5CEA8"/>
                </a:solidFill>
                <a:latin typeface="Consolas"/>
              </a:rPr>
              <a:t>10</a:t>
            </a:r>
            <a:r>
              <a:rPr sz="1800">
                <a:solidFill>
                  <a:srgbClr val="E6E6E6"/>
                </a:solidFill>
                <a:latin typeface="Consolas"/>
              </a:rPr>
              <a:t>:  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score &gt; </a:t>
            </a:r>
            <a:r>
              <a:rPr sz="1800">
                <a:solidFill>
                  <a:srgbClr val="B5CEA8"/>
                </a:solidFill>
                <a:latin typeface="Consolas"/>
              </a:rPr>
              <a:t>10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"winning"</a:t>
            </a:r>
            <a:r>
              <a:rPr sz="1800">
                <a:solidFill>
                  <a:srgbClr val="E6E6E6"/>
                </a:solidFill>
                <a:latin typeface="Consolas"/>
              </a:rPr>
              <a:t>)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"winning"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else</a:t>
            </a:r>
            <a:r>
              <a:rPr sz="1800">
                <a:solidFill>
                  <a:srgbClr val="E6E6E6"/>
                </a:solidFill>
                <a:latin typeface="Consolas"/>
              </a:rPr>
              <a:t>:               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else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"losing"</a:t>
            </a:r>
            <a:r>
              <a:rPr sz="1800">
                <a:solidFill>
                  <a:srgbClr val="E6E6E6"/>
                </a:solidFill>
                <a:latin typeface="Consolas"/>
              </a:rPr>
              <a:t>)         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"losing"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"Open the project. Open the script. Run it. Read the errors."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pic>
        <p:nvPicPr>
          <p:cNvPr id="8" name="Picture 7" descr="Walk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91109"/>
            <a:ext cx="6766377" cy="48701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Launch Godot 4. The Project Manager window opens. Find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at the top-right.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pic>
        <p:nvPicPr>
          <p:cNvPr id="8" name="Picture 7" descr="Walk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5703"/>
            <a:ext cx="6766377" cy="48809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at the top-right of the Project Manager.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pic>
        <p:nvPicPr>
          <p:cNvPr id="8" name="Picture 7" descr="Walk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48248"/>
            <a:ext cx="6766377" cy="47558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file browser, open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Day1_Pong_Game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folder and click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project.godot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select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pic>
        <p:nvPicPr>
          <p:cNvPr id="8" name="Picture 7" descr="Walk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9461"/>
            <a:ext cx="6766377" cy="48734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asks to confirm.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pic>
        <p:nvPicPr>
          <p:cNvPr id="8" name="Picture 7" descr="Walk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imports the project (first time takes a few seconds) and the editor opens. You're 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pic>
        <p:nvPicPr>
          <p:cNvPr id="8" name="Picture 7" descr="Walk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40" y="1143000"/>
            <a:ext cx="6414897" cy="5166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FileSystem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(bottom-left). Find the file named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pic>
        <p:nvPicPr>
          <p:cNvPr id="8" name="Picture 7" descr="Walk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2602795"/>
            <a:ext cx="4236598" cy="224676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 i="0" dirty="0">
                <a:solidFill>
                  <a:srgbClr val="1A1A1A"/>
                </a:solidFill>
                <a:latin typeface="Poppins"/>
              </a:rPr>
              <a:t>Hover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, then double-click to open it.</a:t>
            </a:r>
            <a:br>
              <a:rPr lang="en-US" sz="2000" dirty="0">
                <a:solidFill>
                  <a:srgbClr val="1A1A1A"/>
                </a:solidFill>
                <a:latin typeface="Poppins"/>
              </a:rPr>
            </a:br>
            <a:br>
              <a:rPr lang="en-US" sz="2000" dirty="0">
                <a:solidFill>
                  <a:srgbClr val="1A1A1A"/>
                </a:solidFill>
                <a:latin typeface="Poppins"/>
              </a:rPr>
            </a:br>
            <a:r>
              <a:rPr lang="en-US" sz="2000" dirty="0">
                <a:solidFill>
                  <a:srgbClr val="1A1A1A"/>
                </a:solidFill>
                <a:latin typeface="Poppins"/>
              </a:rPr>
              <a:t>The Script editor opens on </a:t>
            </a:r>
            <a:r>
              <a:rPr lang="en-US" sz="2000" dirty="0">
                <a:solidFill>
                  <a:srgbClr val="1A1A1A"/>
                </a:solidFill>
                <a:latin typeface="Consolas"/>
              </a:rPr>
              <a:t>main.gd</a:t>
            </a:r>
            <a:r>
              <a:rPr lang="en-US" sz="2000" dirty="0">
                <a:solidFill>
                  <a:srgbClr val="1A1A1A"/>
                </a:solidFill>
                <a:latin typeface="Poppins"/>
              </a:rPr>
              <a:t>. </a:t>
            </a:r>
            <a:r>
              <a:rPr lang="en-US" sz="2000">
                <a:solidFill>
                  <a:srgbClr val="1A1A1A"/>
                </a:solidFill>
                <a:latin typeface="Poppins"/>
              </a:rPr>
              <a:t>This is the file you'll edit all day.</a:t>
            </a:r>
          </a:p>
          <a:p>
            <a:pPr algn="l"/>
            <a:endParaRPr sz="2000" b="0" i="0">
              <a:solidFill>
                <a:srgbClr val="1A1A1A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WalkB3.png 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Lesson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"Eight holes to fill. We'll fill them in order."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(just the word, very large, centred on slide)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What does </a:t>
            </a:r>
            <a:r>
              <a:rPr sz="5400" b="1" i="1">
                <a:solidFill>
                  <a:srgbClr val="1A1A1A"/>
                </a:solidFill>
                <a:latin typeface="Poppins"/>
              </a:rPr>
              <a:t>variable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"What does </a:t>
            </a:r>
            <a:r>
              <a:rPr sz="2400" b="0" i="1">
                <a:solidFill>
                  <a:srgbClr val="8A8A8A"/>
                </a:solidFill>
                <a:latin typeface="Poppins"/>
              </a:rPr>
              <a:t>vary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mean?"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vary = something that can change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 in variable → VALUE that can CHANGE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d1_chunk1a_jar_empty.png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onsolas"/>
              </a:rPr>
              <a:t>CookiesInJar = 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d1_chunk1a_jar_full.png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onsolas"/>
              </a:rPr>
              <a:t>CookiesInJar = 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You eat 3 cookies.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"What is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CookiesInJar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now?"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 variable is a VALUE that can CHANGE across time.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does a video game use variables?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Pong's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How fast is the ball moving left/right?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ball_speed_x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How fast is the ball moving up/down?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ball_speed_y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How fast does the paddle move?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paddle_speed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frame, these numbers decide how fast everything goes.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d1_chunk1a_reference.png ]</a:t>
            </a:r>
          </a:p>
        </p:txBody>
      </p:sp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Up at the top of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we already have two variables for the score.</a:t>
            </a:r>
          </a:p>
        </p:txBody>
      </p:sp>
      <p:pic>
        <p:nvPicPr>
          <p:cNvPr id="12" name="Picture 11" descr="WalkB2.png">
            <a:extLst>
              <a:ext uri="{FF2B5EF4-FFF2-40B4-BE49-F238E27FC236}">
                <a16:creationId xmlns:a16="http://schemas.microsoft.com/office/drawing/2014/main" id="{C199037B-22BC-3D90-098B-75A79DFF4D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33" t="56206" r="29280"/>
          <a:stretch>
            <a:fillRect/>
          </a:stretch>
        </p:blipFill>
        <p:spPr>
          <a:xfrm>
            <a:off x="825500" y="2295577"/>
            <a:ext cx="6192593" cy="296857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pic>
        <p:nvPicPr>
          <p:cNvPr id="8" name="Picture 7" descr="D1C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27755"/>
            <a:ext cx="6766377" cy="49968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33012" y="5019294"/>
            <a:ext cx="5672637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Right below the score, between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you'll add three variables of your own.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Make THREE variables: ball x-speed, ball y-speed, paddle speed. Pick any numbers.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score :=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1C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187" y="2971800"/>
            <a:ext cx="4767127" cy="35204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pic>
        <p:nvPicPr>
          <p:cNvPr id="8" name="Picture 7" descr="Walk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Press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key on your keyboard. (Or 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Play ▶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in the top-right toolbar.)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pic>
        <p:nvPicPr>
          <p:cNvPr id="8" name="Picture 7" descr="Walk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 new window pops up, 1152 × 648 pixels. Dark background, two cyan paddles. The ball will be frozen at the centre until chunk #6b — that's normal.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pic>
        <p:nvPicPr>
          <p:cNvPr id="8" name="Picture 7" descr="Walk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48953"/>
            <a:ext cx="6766377" cy="27544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Close the game window, OR 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editor to stop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pic>
        <p:nvPicPr>
          <p:cNvPr id="8" name="Picture 7" descr="Walk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5960"/>
            <a:ext cx="6766377" cy="46404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If your game window doesn't open after F5, 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Output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at the bottom of the editor. That's where errors print.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D.2 — Three errors you WILL hit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Parse Error: Expected ':' after \"if\" condition.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you forgot the colon at the end of an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line.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Identifier \"ball_speedy\" not declared in the current scope.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typo in a variable name (probably missing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Expected indented block.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the line 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 ...: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not indented (use Tab or 4 spaces).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Naming your variables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Code doesn't care what you call a variable.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"The name is for </a:t>
            </a:r>
            <a:r>
              <a:rPr sz="2400" b="1" i="0">
                <a:solidFill>
                  <a:srgbClr val="8A8A8A"/>
                </a:solidFill>
                <a:latin typeface="Poppins"/>
              </a:rPr>
              <a:t>YOU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."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Programmers go SILLY on 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foobar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bazinga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are decades-old programmer jokes — built right into real codebases.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Even Claude (the AI in your editor) types nonsense words like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fligerbigitibetting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when it's just thinking out loud.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Making code feel personal makes it more fun to read AND more fun to write.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Both work — pick your favourite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score :=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What's the funniest variable name you can think of?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Your code, your names.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Real game studios do this every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"Codebases are full of inside jokes, pet names, and references hidden in variable names. It's part of the culture."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pic>
        <p:nvPicPr>
          <p:cNvPr id="8" name="Picture 7" descr="D1C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64918"/>
            <a:ext cx="6766376" cy="17225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Right below your chunk #1a variables, you've got another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block waiting for two more — names of your choosing.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Make TWO variables — any name, any starting number. Go weird if you want.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skibidi_speed := </a:t>
            </a:r>
            <a:r>
              <a:rPr sz="1800">
                <a:solidFill>
                  <a:srgbClr val="B5CEA8"/>
                </a:solidFill>
                <a:latin typeface="Consolas"/>
              </a:rPr>
              <a:t>99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1C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4031760"/>
            <a:ext cx="5501487" cy="140051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Boolean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 variable with only TWO possible values.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Those two values: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or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false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"No numbers. No text. Just yes or no."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Boolean = a YES/NO switch.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Is the light in this room on right now?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"True or false?"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 boolean is a true/false switch. Like a light switch.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are full of yes/no switches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the player alive?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is_alive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the game paused?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is_paused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the door locked?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door_locked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All booleans.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Today in Pong: is the ball moving yet?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"That's a boolean. We'll call it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ball_moving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."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pic>
        <p:nvPicPr>
          <p:cNvPr id="8" name="Picture 7" descr="D1C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47234"/>
            <a:ext cx="6766377" cy="375789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051560" y="2269744"/>
            <a:ext cx="609219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Just below your variables from #1b, there's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block for one boolean.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Make a true/false variable called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ball_moving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 Start it as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is_alive := </a:t>
            </a:r>
            <a:r>
              <a:rPr sz="1800">
                <a:solidFill>
                  <a:srgbClr val="DCDCAA"/>
                </a:solidFill>
                <a:latin typeface="Consolas"/>
              </a:rPr>
              <a:t>true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1C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204320"/>
            <a:ext cx="5501487" cy="30554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statement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An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runs a block of code ONLY WHEN something is true.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[something </a:t>
            </a:r>
            <a:r>
              <a:rPr sz="1800">
                <a:solidFill>
                  <a:srgbClr val="569CD6"/>
                </a:solidFill>
                <a:latin typeface="Consolas"/>
              </a:rPr>
              <a:t>is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true</a:t>
            </a:r>
            <a:r>
              <a:rPr sz="1800">
                <a:solidFill>
                  <a:srgbClr val="E6E6E6"/>
                </a:solidFill>
                <a:latin typeface="Consolas"/>
              </a:rPr>
              <a:t>]: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do this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and this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IF you finish your veggies → you get dessert.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"What if you DIDN'T finish?"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is a rule that only fires when its condition is true.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"Otherwise: nothing."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Every game runs on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checks. Every. Single. Frame.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button pressed → jump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enemy near → attack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health = 0 → game over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Today in Pong: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"IF the player has NOT pressed Space yet → freeze the ball. Use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return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to skip the rest of the frame."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pic>
        <p:nvPicPr>
          <p:cNvPr id="8" name="Picture 7" descr="D1C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9279"/>
            <a:ext cx="6766377" cy="201380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_process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function, near the top.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When the player presses Space → flip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ball_moving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to true. While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ball_moving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is still false →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to freeze the ball.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is_alive == </a:t>
            </a:r>
            <a:r>
              <a:rPr sz="1800">
                <a:solidFill>
                  <a:srgbClr val="DCDCAA"/>
                </a:solidFill>
                <a:latin typeface="Consolas"/>
              </a:rPr>
              <a:t>false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1C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913346"/>
            <a:ext cx="5501487" cy="163734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8597" y="3218348"/>
            <a:ext cx="4236598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Press F5. The ball sits frozen at the cente</a:t>
            </a:r>
            <a:r>
              <a:rPr lang="en-US" sz="2000" b="0" i="0" dirty="0">
                <a:solidFill>
                  <a:srgbClr val="1A1A1A"/>
                </a:solidFill>
                <a:latin typeface="Poppins"/>
              </a:rPr>
              <a:t>r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until you tap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Space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Then it moves.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Updating a 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We already know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var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makes a variable. Now we UPDATE one.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x = x + 1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works — but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x += 1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is the shortcut every programmer uses for the rest of their life.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Add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ball_speed_x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to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ball.position.x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every frame. Same for y. The ball will start moving (and drift off-screen — we'll catch it next).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score = score +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…same thing, shorter: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score +=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1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4298163"/>
            <a:ext cx="5501487" cy="86771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0847" y="128016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Press F5, then Space. The ball drifts off the right side of the screen. That's expected — chunk #4 catches it.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/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else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else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is the OTHERWISE branch.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"When the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if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is NOT true → run the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else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block instead."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 / else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= two paths. ONE always runs.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IF it's raining → umbrella.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"ELSE → ?"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One of the two paths ALWAYS runs.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Two-outcome checks are everywhere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you have the key → open the door, else → it stays locked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HP &gt; 0 → take damage, else → game over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input pressed → move, else → idle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Today in Pong: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"IF the ball hit the top OR bottom wall → flip its vertical speed. ELSE → let it keep going."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pic>
        <p:nvPicPr>
          <p:cNvPr id="8" name="Picture 7" descr="D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79389"/>
            <a:ext cx="6766376" cy="149358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_process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right after we move the ball.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When the ball goes off the top OR bottom → flip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ball_speed_y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 Else → keep going (use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pass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for now).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hungry: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eat()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else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sleep()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1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4124832"/>
            <a:ext cx="5501487" cy="121437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3997" y="128016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Press F5, then Space. The ball ricochets off the top and bottom walls now. It still flies off the LEFT and RIGHT sides — chunk #5 fixes that.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— without an else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Same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if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from chunk #6b. This time we use it WITHOUT an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else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. If the check fails → nothing happens (no else, no other path).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When the ball goes past the right edge →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print(\"point!\")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to the Output panel. (Real scoring comes in #5.)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score &gt;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"winning"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1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4021563"/>
            <a:ext cx="5501487" cy="142091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5747" y="128016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Press F5. Let the ball go past the right edge. Look at the Output panel —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point!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prints.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Comparison operators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Use them inside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if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score &gt;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"winning"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You're 50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"Can you ride? What's the check?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your_height &gt; 48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— true or false?"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&gt;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and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&lt;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let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compare two numbers.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are constantly comparing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score &gt; high score?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health &lt; 20%?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enemy distance &lt; 100 pixels?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timer == 0?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Today in Pong: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"Is the ball past the right edge? (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ball.x &gt; SCREEN_W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) → left player scores. Past the left edge? (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ball.x &lt; 0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) → right player scores."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pic>
        <p:nvPicPr>
          <p:cNvPr id="8" name="Picture 7" descr="D1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07492"/>
            <a:ext cx="6766377" cy="1637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Same area you put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print(\"point!\")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test. We're upgrading it to real scoring.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Use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&gt;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for the right edge and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&lt;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for the left edge. Bump the correct score and call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reset_ball()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lives ==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game_over()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2" name="Picture 11" descr="D1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4066375"/>
            <a:ext cx="5501487" cy="133128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7647" y="128016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Press F5, then Space. Score a point past either edge. The number at the top of the screen jumps up.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Remember your silly variables?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Time to put your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#1b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variables ON SCREEN. We use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str()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to turn numbers into text so we can stick them onto the scoreboard.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Append your two silly variables onto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score_label.text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 Decorate with stars, emojis, whatever you want.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label.text = </a:t>
            </a:r>
            <a:r>
              <a:rPr sz="1800">
                <a:solidFill>
                  <a:srgbClr val="CE9178"/>
                </a:solidFill>
                <a:latin typeface="Consolas"/>
              </a:rPr>
              <a:t>"Speed: "</a:t>
            </a:r>
            <a:r>
              <a:rPr sz="1800">
                <a:solidFill>
                  <a:srgbClr val="E6E6E6"/>
                </a:solidFill>
                <a:latin typeface="Consolas"/>
              </a:rPr>
              <a:t> +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(skibidi_speed)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D1C1c.png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2897" y="107442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Run it. The scoreboard now shows your </a:t>
            </a:r>
            <a:r>
              <a:rPr sz="2000" b="0" i="0" dirty="0" err="1">
                <a:solidFill>
                  <a:srgbClr val="1A1A1A"/>
                </a:solidFill>
                <a:latin typeface="Poppins"/>
              </a:rPr>
              <a:t>skibidi_speed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(or whatever you called it) right next to the score.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Make it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Five ways to make this Pong YOUR Pong. Pick the ones you want — do them in any order.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d1_beat1_step1.png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node at the top of the Scene panel (top-left).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0A514B-927F-481D-2FB7-E0360DDAF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80" y="1898650"/>
            <a:ext cx="7124125" cy="387205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d1_beat1_step2.png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1307" y="-4715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Inspector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on the right. Scroll down to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Script Variables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section — that's where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 Color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Paddle Color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live.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572029A-7F4D-E1F0-E07B-94F0053FC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09" y="1900250"/>
            <a:ext cx="7105758" cy="36518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564CBEC-AB1B-9B1F-C1FC-683703863D62}"/>
              </a:ext>
            </a:extLst>
          </p:cNvPr>
          <p:cNvSpPr txBox="1"/>
          <p:nvPr/>
        </p:nvSpPr>
        <p:spPr>
          <a:xfrm>
            <a:off x="7541307" y="11922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0" i="0" dirty="0" err="1">
                <a:solidFill>
                  <a:srgbClr val="1A1A1A"/>
                </a:solidFill>
                <a:latin typeface="Poppins"/>
              </a:rPr>
              <a:t>colour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swatch next to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Ball Color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The </a:t>
            </a:r>
            <a:r>
              <a:rPr sz="2000" b="0" i="0" dirty="0" err="1">
                <a:solidFill>
                  <a:srgbClr val="1A1A1A"/>
                </a:solidFill>
                <a:latin typeface="Poppins"/>
              </a:rPr>
              <a:t>colour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picker pops up. Pick anything you like.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63D76D-87FA-EAC2-55FE-81EBF58F2397}"/>
              </a:ext>
            </a:extLst>
          </p:cNvPr>
          <p:cNvSpPr txBox="1"/>
          <p:nvPr/>
        </p:nvSpPr>
        <p:spPr>
          <a:xfrm>
            <a:off x="7498202" y="277495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0" i="0" dirty="0" err="1">
                <a:solidFill>
                  <a:srgbClr val="1A1A1A"/>
                </a:solidFill>
                <a:latin typeface="Poppins"/>
              </a:rPr>
              <a:t>colour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swatch next to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Ball Color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The </a:t>
            </a:r>
            <a:r>
              <a:rPr sz="2000" b="0" i="0" dirty="0" err="1">
                <a:solidFill>
                  <a:srgbClr val="1A1A1A"/>
                </a:solidFill>
                <a:latin typeface="Poppins"/>
              </a:rPr>
              <a:t>colour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picker pops up. Pick anything you like.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36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save the scene, then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run. Your new colours are live.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548" y="11684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Find your chunk #1a line: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var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ball_speed_x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 := 6.0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548" y="107442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0" i="0" dirty="0">
                <a:solidFill>
                  <a:srgbClr val="1A1A1A"/>
                </a:solidFill>
                <a:latin typeface="Consolas"/>
              </a:rPr>
              <a:t>6.0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and change it — higher for a faster ball, lower for slower. Try the 3–12 range. Save (</a:t>
            </a:r>
            <a:r>
              <a:rPr sz="2000" b="0" i="0" dirty="0" err="1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), run (F5).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colours were in the Inspector but speeds weren't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colour variables have a special word in front: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@export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@export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means: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show this variable in the Inspector so I can change it without opening the code.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speeds don't have it — so you change them in the code instead. Same idea, two doors in.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Final Challenge —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player2.gd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Kick out the computer. Make Pong 2-player — your friend plays the right paddle on the I and K keys.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Step 1 — turn the AI off" → "reading code +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comment out lines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Step 2 — I/K keys move the paddle" → "chunk #1a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paddle_speed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 + chunk #3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d1_fc_2player.png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Right now the right paddle is a computer. After this challenge, a real second player controls it — I = up, K = down. Pong becomes 2-player.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d1_fc_step1_where.png ]</a:t>
            </a:r>
          </a:p>
        </p:txBody>
      </p:sp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player2.gd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(it's on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PaddleRight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node). The 5 lines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_process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that start with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ball_middle = …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down through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position.y -= ai_speed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that's the AI playing itself.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d1_fc_step1_done.png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Select those 5 lines and comment them out — put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the start of each, or select them and 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Run (F5): the right paddle should now sit still.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d1_fc_step2_where.png ]</a:t>
            </a:r>
          </a:p>
        </p:txBody>
      </p:sp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Just below the AI block, under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banner, there's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block. That's where you make the I and K keys move the paddle.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I moves up (subtract), K moves down (add). Use your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paddle_speed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 Same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shape as this morning.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Input.is_key_pressed(KEY_?):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position.y -= ???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Input.is_key_pressed(KEY_?):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position.y += ???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71800"/>
            <a:ext cx="5501487" cy="352044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d1_fc_step2_todo.png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58230" y="4291965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Day 1 assets: none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Day 1 used zero imported art. Every visible thing on screen was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ColorRect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coloured box drawn by code. From Day 2 on, we bring in real art with Kenney.nl asset packs.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Take it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Turn your Pong into a real Windows program — a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.exe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you can run on any PC, no Godot needed. Show your family tonight.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d1_export_step1.png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Save the scene with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then click into the script editor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again. No asterisks left next to the tab names = everything's saved.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d1_export_step2.png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top menu bar: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Project → Export…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d1_export_step3.png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Export window, select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Windows Desktop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preset. (Your instructor set this up already.)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d1_export_step4.png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 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the bottom-right of the window.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d1_export_step5.png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Pick a folder for your game — e.g. make a new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MyPong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folder on the Desktop.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d1_export_step6.png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Uncheck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 With Debug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it keeps your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smaller.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d1_export_step7.png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Godot builds your game.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d1_export_step8.png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writes two files into your folder: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&lt;name&gt;.exe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game)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&lt;name&gt;.pck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(its data). Keep them together.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766377" cy="5166360"/>
          </a:xfrm>
          <a:prstGeom prst="rect">
            <a:avLst/>
          </a:prstGeom>
          <a:solidFill>
            <a:srgbClr val="EEEEEE"/>
          </a:solidFill>
          <a:ln w="25400">
            <a:solidFill>
              <a:srgbClr val="E53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8A8A8A"/>
                </a:solidFill>
                <a:latin typeface="Poppins"/>
              </a:rPr>
              <a:t>[ MISSING: d1_export_step9.png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Double-click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Your Pong runs — no Godot, no code editor, just your game.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It's really yours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Copy that folder to a USB stick or send it to a friend. It runs on any Windows PC. You built and shipped a real game on day one.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Tomorrow: Pac-Man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1980. The next leap. We trade coloured rectangles for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and learn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bring a whole maze to life.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4194</Words>
  <Application>Microsoft Office PowerPoint</Application>
  <PresentationFormat>Widescreen</PresentationFormat>
  <Paragraphs>765</Paragraphs>
  <Slides>120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120</vt:i4>
      </vt:variant>
    </vt:vector>
  </HeadingPairs>
  <TitlesOfParts>
    <vt:vector size="125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Westley Yarlott</cp:lastModifiedBy>
  <cp:revision>21</cp:revision>
  <dcterms:created xsi:type="dcterms:W3CDTF">2013-01-27T09:14:16Z</dcterms:created>
  <dcterms:modified xsi:type="dcterms:W3CDTF">2026-06-12T01:24:25Z</dcterms:modified>
  <cp:category/>
</cp:coreProperties>
</file>