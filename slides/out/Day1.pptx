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&lt;exact title 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&lt;bullets, prose, or code block — verbatim&gt;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VR Creator - Day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Pong · 1972 · Atari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Pong mattered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1972, Atari. One of the first video games you could play in public.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Dead simple — two paddles, one ball. Anyone got it in seconds. That simplicity is why it spread.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Launched the whole arcade industry; 3 years later 'Home Pong' put a video game on the family TV for the first time.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Proved games could be a business. Pac-Man, Mario, your living-room console — all trace back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1972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Pong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(today, highlighted)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1980 — Pac-Man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1990s — Tower / Base Defense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late 1990s — Fighter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2020s — Racing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quick history of 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dream is old — VR headsets go back to the 1960s, but they were huge, blurry, and wildly expensive.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2012: the Oculus Rift made VR cheap and good enough to be real. Now standalone headsets (Quest) need no PC at all.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VR = the screen wraps all the way around you. You don't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look at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game — you're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inside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Today's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Variables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values that can change.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Conditions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if / else, and comparing numbers.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GDScript is Python with two small differences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545576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53A2C"/>
                </a:solidFill>
                <a:latin typeface="Poppins"/>
              </a:rPr>
              <a:t>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55767" cy="3886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Two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column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visual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diagram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Left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column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header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Python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blue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right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column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header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GDScript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green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Two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rows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with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connecting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arrow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between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each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pair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Left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→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Right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with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callout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around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iCode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red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label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one extra word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Left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E6E6E6"/>
                </a:solidFill>
                <a:latin typeface="Consolas"/>
              </a:rPr>
              <a:t>def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update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→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Right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update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with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callout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around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`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iCode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red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label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different keyword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"Open the project. Open the script. Run it. Read the errors."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pic>
        <p:nvPicPr>
          <p:cNvPr id="8" name="Picture 7" descr="Walk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91109"/>
            <a:ext cx="6766377" cy="48701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Launch Godot 4. The Project Manager window opens. Find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at the top-right.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pic>
        <p:nvPicPr>
          <p:cNvPr id="8" name="Picture 7" descr="Walk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5703"/>
            <a:ext cx="6766377" cy="48809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at the top-right of the Project Manager.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pic>
        <p:nvPicPr>
          <p:cNvPr id="8" name="Picture 7" descr="Walk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48248"/>
            <a:ext cx="6766377" cy="47558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file browser, open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Day1_Pong_Game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folder and click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project.godot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select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pic>
        <p:nvPicPr>
          <p:cNvPr id="8" name="Picture 7" descr="Walk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9461"/>
            <a:ext cx="6766377" cy="48734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asks to confirm.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pic>
        <p:nvPicPr>
          <p:cNvPr id="8" name="Picture 7" descr="Walk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imports the project (first time takes a few seconds) and the editor opens. You're 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pic>
        <p:nvPicPr>
          <p:cNvPr id="8" name="Picture 7" descr="Walk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40" y="1143000"/>
            <a:ext cx="6414897" cy="5166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FileSystem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(bottom-left). Find the file named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15</a:t>
            </a:r>
          </a:p>
        </p:txBody>
      </p:sp>
      <p:pic>
        <p:nvPicPr>
          <p:cNvPr id="8" name="Picture 7" descr="Walk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Hover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then double-click to open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Lesson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"Eight holes to fill. We'll fill them in order."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(just the word, very large, centred on slide)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What does </a:t>
            </a:r>
            <a:r>
              <a:rPr sz="5400" b="1" i="1">
                <a:solidFill>
                  <a:srgbClr val="1A1A1A"/>
                </a:solidFill>
                <a:latin typeface="Poppins"/>
              </a:rPr>
              <a:t>variable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mean?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"What does </a:t>
            </a:r>
            <a:r>
              <a:rPr sz="2400" b="0" i="1">
                <a:solidFill>
                  <a:srgbClr val="8A8A8A"/>
                </a:solidFill>
                <a:latin typeface="Poppins"/>
              </a:rPr>
              <a:t>vary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mean?"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vary = something that can change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V in 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variable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→ 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V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ALUE that can 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C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HANGE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The cookie jar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Consolas"/>
              </a:rPr>
              <a:t>CookiesInJar =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 week later…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Consolas"/>
              </a:rPr>
              <a:t>CookiesInJar =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You eat 3 cookies.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"What is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CookiesInJar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now?"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 variable is a VALUE that can CHANGE across time.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How does a video game use variables?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Pong's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How fast is the ball moving left/right?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ball_speed_x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How fast is the ball moving up/down?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ball_speed_y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How fast does the paddle move?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paddle_speed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frame, these numbers decide how fast everything goes.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pic>
        <p:nvPicPr>
          <p:cNvPr id="8" name="Picture 7" descr="D1C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27755"/>
            <a:ext cx="6766377" cy="49968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Right below the score, between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you'll add three variables of your own.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#1): SYNTAX FOR: TODO #1 Declare a variable: var name := value For numbers (integers): var score := 0 For decimal numbers (floats): var speed := 6.0 Examples: var ball_speed_x := 6.0 var lives := 3 var player_name := "Alex"   ← text uses quotes # TODO #1 # declare a variable for ball left-right speed (pick a number) # declare a variable for ball up-down speed (pick a number) # declare a variable for paddle speed (pick a number)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Declare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variable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value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integers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decimal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numbers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floats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speed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6.0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Examples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ball_speed_x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6.0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lives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player_name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Alex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text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uses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quotes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pic>
        <p:nvPicPr>
          <p:cNvPr id="8" name="Picture 7" descr="Walk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Press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F5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key on your keyboard. (Or click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Play ▶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button in the top-right toolbar.)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pic>
        <p:nvPicPr>
          <p:cNvPr id="8" name="Picture 7" descr="Walk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3136"/>
            <a:ext cx="6766377" cy="38060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 new window pops up, 1152 × 648 pixels. Dark background, two cyan paddles. The ball will be frozen at the centre until chunk #6b — that's normal.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pic>
        <p:nvPicPr>
          <p:cNvPr id="8" name="Picture 7" descr="Walk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48953"/>
            <a:ext cx="6766377" cy="27544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Close the game window, OR press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editor to stop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pic>
        <p:nvPicPr>
          <p:cNvPr id="8" name="Picture 7" descr="Walk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5960"/>
            <a:ext cx="6766377" cy="46404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If your game window doesn't open after F5, 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Output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panel at the bottom of the editor. That's where errors print.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Step D.2 — Three errors you WILL hit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Parse Error: Expected ':' after \"if\" condition.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you forgot the colon at the end of an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line.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Identifier \"ball_speedy\" not declared in the current scope.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typo in a variable name (probably missing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Expected indented block.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the line after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 ...: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not indented (use Tab or 4 spaces).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Naming your variables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Code doesn't care what you call a variable.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"The name is for </a:t>
            </a:r>
            <a:r>
              <a:rPr sz="2400" b="1" i="0">
                <a:solidFill>
                  <a:srgbClr val="8A8A8A"/>
                </a:solidFill>
                <a:latin typeface="Poppins"/>
              </a:rPr>
              <a:t>YOU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."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Programmers go SILLY on 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foobar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bazinga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are decades-old programmer jokes — built right into real codebases.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Even Claude (the AI in your editor) types nonsense words like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fligerbigitibetting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when it's just thinking out loud.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Making code feel personal makes it more fun to read AND more fun to write.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Both work — pick your favourite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What's the funniest variable name you can think of?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Your code, your names.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Real game studios do this every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"Codebases are full of inside jokes, pet names, and references hidden in variable names. It's part of the culture."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pic>
        <p:nvPicPr>
          <p:cNvPr id="8" name="Picture 7" descr="D1C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64918"/>
            <a:ext cx="6766376" cy="17225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Right below your chunk #1a variables, you've got another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block waiting for two more — names of your choosing.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#2): SYNTAX FOR: TODO #2 Same as TODO #1 — declare a variable: var name := value Name rules: Examples: var skibidi_speed := 99 var ohio_rizz := 7 var gyatt_factor := 42 # TODO #2 # declare a variable with a silly name (your choice) # declare a second variable with another silly name (your choice)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as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#1 — declare a variable: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value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Name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rules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lowercase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underscores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between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words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spaces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hyphens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can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as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silly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as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you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want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Examples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skibidi_speed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99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ohio_rizz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7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gyatt_factor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42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Boolean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 variable with only TWO possible values.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Those two values: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true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or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false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"No numbers. No text. Just yes or no."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Boolean = a YES/NO switch.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The light switch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Consolas"/>
              </a:rPr>
              <a:t>light_on = true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Flip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Consolas"/>
              </a:rPr>
              <a:t>light_on = false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Is the light in this room on right now?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"True or false?"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 boolean is a true/false switch. Like a light switch.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are full of yes/no switches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the player alive?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is_alive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the game paused?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is_paused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the door locked?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door_locked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All booleans.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Today in Pong: is the ball moving yet?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"That's a boolean. We'll call it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ball_moving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."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pic>
        <p:nvPicPr>
          <p:cNvPr id="8" name="Picture 7" descr="D1C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47234"/>
            <a:ext cx="6766377" cy="375789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Just below your variables from #1b, there's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#@todo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block for one boolean.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#3): SYNTAX FOR: TODO #3 Declare a boolean (true/false variable): var name := true var name := false Examples: var is_alive := true var door_locked := false var ball_moving := false # TODO #3 # declare a true/false variable called ball_moving # start it as false (ball is frozen until Space is pressed)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#3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Declare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boolean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DCDCAA"/>
                </a:solidFill>
                <a:latin typeface="Consolas"/>
              </a:rPr>
              <a:t>true</a:t>
            </a:r>
            <a:r>
              <a:rPr sz="1800">
                <a:solidFill>
                  <a:srgbClr val="E6E6E6"/>
                </a:solidFill>
                <a:latin typeface="Consolas"/>
              </a:rPr>
              <a:t>/</a:t>
            </a:r>
            <a:r>
              <a:rPr sz="1800">
                <a:solidFill>
                  <a:srgbClr val="DCDCAA"/>
                </a:solidFill>
                <a:latin typeface="Consolas"/>
              </a:rPr>
              <a:t>false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variable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true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false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Examples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is_alive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true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door_locked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false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ball_moving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false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statement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An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runs a block of code ONLY WHEN something is true.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shape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[</a:t>
            </a:r>
            <a:r>
              <a:rPr sz="1800">
                <a:solidFill>
                  <a:srgbClr val="E6E6E6"/>
                </a:solidFill>
                <a:latin typeface="Consolas"/>
              </a:rPr>
              <a:t>something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true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this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and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this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is indentation?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Notice how some lines are shifted to the right?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shift is called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indentation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In GDScript (and Python), it's not decorative — it tells the computer which lines belong to which rule.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Think of it as an invisible box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OPENS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blue</a:t>
            </a:r>
            <a:r>
              <a:rPr sz="1800">
                <a:solidFill>
                  <a:srgbClr val="E6E6E6"/>
                </a:solidFill>
                <a:latin typeface="Consolas"/>
              </a:rPr>
              <a:t>/</a:t>
            </a:r>
            <a:r>
              <a:rPr sz="1800">
                <a:solidFill>
                  <a:srgbClr val="E6E6E6"/>
                </a:solidFill>
                <a:latin typeface="Consolas"/>
              </a:rPr>
              <a:t>highlighted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┌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┐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│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winning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inside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│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│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do_something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inside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│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└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─</a:t>
            </a:r>
            <a:r>
              <a:rPr sz="1800">
                <a:solidFill>
                  <a:srgbClr val="E6E6E6"/>
                </a:solidFill>
                <a:latin typeface="Consolas"/>
              </a:rPr>
              <a:t>┘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done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ALWAYS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runs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outside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box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Condition is TRUE → box opens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Same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diagram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as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S065b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but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with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annotations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Condition is FALSE → box stays closed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Same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diagram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different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annotations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happens without indentation?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winning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NOT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indented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→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NOT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inside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box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done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NOT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indented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→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also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not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inside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box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box rule applies to EVERYTHING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if: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opens a box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...: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opens a box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... in ...: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opens a box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else: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opens a box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Anything followed by a colon `:` opens a box. What's indented under it is inside.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CHECK: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Which lines run when the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is TRUE?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health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   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condition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TRUE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alive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take_damage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move_player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CHECK: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Which line ALWAYS runs?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is_paused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freeze_enemies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show_menu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update_timer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CHECK: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Nested boxes — what runs?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has_key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you have the key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door_locked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door unlocked!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you</a:t>
            </a:r>
            <a:r>
              <a:rPr sz="1800">
                <a:solidFill>
                  <a:srgbClr val="CE9178"/>
                </a:solidFill>
                <a:latin typeface="Consolas"/>
              </a:rPr>
              <a:t>'</a:t>
            </a:r>
            <a:r>
              <a:rPr sz="1800">
                <a:solidFill>
                  <a:srgbClr val="CE9178"/>
                </a:solidFill>
                <a:latin typeface="Consolas"/>
              </a:rPr>
              <a:t>re inside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4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game continues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IF you're hungry → eat.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Real life is full of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if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rules.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IF you finish your veggies → you get dessert.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"What if you DIDN'T finish?"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is a rule that only fires when its condition is true.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"Otherwise: nothing."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Every game runs on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checks. Every. Single. Frame.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button pressed → jump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enemy near → attack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health = 0 → game over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Today in Pong: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"IF the player has NOT pressed Space yet → freeze the ball. Use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return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to skip the rest of the frame."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pic>
        <p:nvPicPr>
          <p:cNvPr id="8" name="Picture 7" descr="D1C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9279"/>
            <a:ext cx="6766377" cy="201380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Inside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_process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function, near the top.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#4): SYNTAX FOR: TODO #4 Check if a key was pressed (one frame): if Input.is_key_pressed(KEY_SPACE): Flip a boolean: variable = true Stop the rest of the function: return Check if boolean is false: if variable == false: # TODO #4 # if Space is pressed: #     set ball_moving to true # if ball_moving is false: #     return  (skip the rest of _process this frame)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#4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Check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key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was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pressed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one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frame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Input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is_key_pressed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KEY_SPACE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Flip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boolean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variable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true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Stop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function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Check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boolean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false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variable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false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It works! The ball waits for 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F5. The ball sits frozen at the centre until you tap </a:t>
            </a:r>
            <a:r>
              <a:rPr sz="2400" b="1" i="0">
                <a:solidFill>
                  <a:srgbClr val="8A8A8A"/>
                </a:solidFill>
                <a:latin typeface="Poppins"/>
              </a:rPr>
              <a:t>Space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. Then it moves.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Input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is an 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object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Input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is_key_pressed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KEY_SPACE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 ↑       ↑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object   verb (ask Input to check a key)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There is no ONE right answer in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For any problem in programming, there are thousands — sometimes MILLIONS — of valid solutions.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examples on the left side of TODO slides are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one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way. Your way is just as valid if it works.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What matters: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does it run? does it do what you wanted?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yes — it's correct.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Updating a 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We already know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var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makes a variable. Now we </a:t>
            </a:r>
            <a:r>
              <a:rPr sz="2400" b="1" i="0">
                <a:solidFill>
                  <a:srgbClr val="8A8A8A"/>
                </a:solidFill>
                <a:latin typeface="Poppins"/>
              </a:rPr>
              <a:t>UPDATE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one — read the current value, do some math, put the new value back.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#5): SYNTAX FOR: TODO #5 Long form (always works): x = x + amount Shortcut (same thing, shorter): x += amount Both are valid — use whichever you prefer. Examples: ball.position.x = ball.position.x + ball_speed_x ball.position.x += ball_speed_x   ← same result # TODO #5 # add ball_speed_x to ball.position.x # add ball_speed_y to ball.position.y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#5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Long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always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works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Shortcut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same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thing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shorter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amount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Both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valid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—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use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whichever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you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prefer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Examples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ball_speed_x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ball_speed_x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same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result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The ball moves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F5, then Space. The ball drifts off the right side of the screen. That's expected — TODO #6 catches it.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/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else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else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is the OTHERWISE branch.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"When the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if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is NOT true → run the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else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block instead."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 / else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= two paths. ONE always runs.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Fork in the 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Sign reads: IF it's daytime → go left. ELSE → go right.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IF it's raining → umbrella.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"ELSE → ?"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One of the two paths ALWAYS runs.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Two-outcome checks are everywhere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you have the key → open the door, else → it stays locked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HP &gt; 0 → take damage, else → game over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input pressed → move, else → idle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Today in Pong: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"IF the ball hit the top OR bottom wall → flip its vertical speed. ELSE → let it keep going."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are the borders?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upper_border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               </a:t>
            </a:r>
            <a:r>
              <a:rPr sz="1800">
                <a:solidFill>
                  <a:srgbClr val="6A9955"/>
                </a:solidFill>
                <a:latin typeface="Consolas"/>
              </a:rPr>
              <a:t># top of screen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lower_border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SCREEN_H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BALL_SIZE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= 648 - 20 = 628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subtract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BALL_SIZE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628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→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top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left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628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bottom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right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648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just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touching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wall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✓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648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→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has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already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gone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OFF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screen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✗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Math figures it out for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Instead of guessing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628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we wrote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SCREEN_H - BALL_SIZE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you change the screen size, or the ball size, the border updates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automatically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don't touch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This is why game developers use math: one formula that works for any size, any speed, any screen.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You'll need this kind of thinking later this week.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Keep it in mind.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#6): SYNTAX FOR: TODO #6 Named border variables (pre-fill these): var upper_border = 0 var lower_border = SCREEN_H - BALL_SIZE Check two conditions at once: if A or B: Flip the vertical speed: ball_speed_y = -ball_speed_y When neither condition is true: else: pass # TODO #6 var upper_border = 0 var lower_border = SCREEN_H - BALL_SIZE # if ball.position.y &lt; upper_border OR &gt; lower_border: #     flip ball_speed_y (negate it) # else: #    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#6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Named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border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variables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pre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fill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these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upper_border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lower_border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SCREEN_H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BALL_SIZE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Check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two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conditions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once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Flip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vertical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speed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ball_speed_y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E6E6E6"/>
                </a:solidFill>
                <a:latin typeface="Consolas"/>
              </a:rPr>
              <a:t>ball_speed_y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When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neither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condition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true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else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</a:t>
            </a:r>
            <a:r>
              <a:rPr sz="1800">
                <a:solidFill>
                  <a:srgbClr val="569CD6"/>
                </a:solidFill>
                <a:latin typeface="Consolas"/>
              </a:rPr>
              <a:t>pass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The ball bounces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F5, then Space. The ball ricochets off the top and bottom walls now. It still flies off the LEFT and RIGHT sides — TODO #8 fixes that.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— without an else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Same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if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from chunk #6b. This time we use it WITHOUT an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else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. If the check fails → nothing happens (no else, no other path).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#7): SYNTAX FOR: TODO #7 Check if ball passed right edge: if ball.position.x &gt; SCREEN_W: Print a message to the Output panel: print("your message here") # TODO #7 # if ball.position.x is past the right edge (SCREEN_W): #     print("point!")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#7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Check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passed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right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edge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SCREEN_W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message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Output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panel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your message here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See the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()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after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print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'point!' shows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F5. Let the ball go past the right edge. Look at the Output panel —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point!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prints.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Comparison operators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&gt;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and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&lt;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&gt;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means GREATER THAN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&lt;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means LESS THAN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Use them inside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if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5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winning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The rollercoaster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YOU MUST BE THIS TALL → 48 inches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You're 50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"Can you ride? What's the check?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your_height &gt; 48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— true or false?"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Consolas"/>
              </a:rPr>
              <a:t>&gt;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and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&lt;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let </a:t>
            </a:r>
            <a:r>
              <a:rPr sz="5400" b="1" i="0">
                <a:solidFill>
                  <a:srgbClr val="1A1A1A"/>
                </a:solidFill>
                <a:latin typeface="Consolas"/>
              </a:rPr>
              <a:t>if</a:t>
            </a:r>
            <a:r>
              <a:rPr sz="5400" b="1" i="0">
                <a:solidFill>
                  <a:srgbClr val="1A1A1A"/>
                </a:solidFill>
                <a:latin typeface="Poppins"/>
              </a:rPr>
              <a:t> compare two numbers.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Games are constantly comparing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score &gt; high score?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health &lt; 20%?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enemy distance &lt; 100 pixels?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is timer == 0?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Today in Pong: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"Is the ball past the right edge? (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ball.x &gt; SCREEN_W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) → left player scores. Past the left edge? (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ball.x &lt; 0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) → right player scores."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105</a:t>
            </a:r>
          </a:p>
        </p:txBody>
      </p:sp>
      <p:pic>
        <p:nvPicPr>
          <p:cNvPr id="8" name="Picture 7" descr="D1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07492"/>
            <a:ext cx="6766377" cy="1637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487113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Same area you put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print(\"point!\")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test. We're upgrading it to real scoring.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#8): SYNTAX FOR: TODO #8 Check if ball passed right edge: if ball.position.x &gt; SCREEN_W: Check if ball passed left edge: if ball.position.x &lt; 0: Add 1 to a score variable: left_score += 1 Reset the ball to centre: reset_ball() # TODO #8 # if ball passed the right edge (&gt; SCREEN_W): #     add 1 to left_score #     call reset_ball() # if ball passed the left edge (&lt; 0): #     add 1 to right_score #     call reset_ball()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#8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Check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passed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right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edge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&gt;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SCREEN_W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Check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passed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left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edge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&lt;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Add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variable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left_score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Reset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the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ball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centre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reset_ball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The scoreboard counts!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F5, then Space. Score a point past either edge. The number at the top of the screen jumps up.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Personalization Break — Make it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ball bounces and scoring works. Pause and make this Pong YOURS: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• Change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ball_speed_x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ball_speed_y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how fast do you want it?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• Change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paddle_speed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is it too slow? Too fast?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• Change ball/paddle colour in the Inspector (click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node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 Color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Save (Ctrl+S) and run (F5) after each change.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Remember your silly variables from TODO #2?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Time to put them ON SCREEN. But there's one problem — the scoreboard only holds </a:t>
            </a:r>
            <a:r>
              <a:rPr sz="2400" b="1" i="0">
                <a:solidFill>
                  <a:srgbClr val="8A8A8A"/>
                </a:solidFill>
                <a:latin typeface="Poppins"/>
              </a:rPr>
              <a:t>text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, and your variables are </a:t>
            </a:r>
            <a:r>
              <a:rPr sz="2400" b="1" i="0">
                <a:solidFill>
                  <a:srgbClr val="8A8A8A"/>
                </a:solidFill>
                <a:latin typeface="Poppins"/>
              </a:rPr>
              <a:t>numbers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. We need to convert them.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str()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— turns a number into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B5CEA8"/>
                </a:solidFill>
                <a:latin typeface="Consolas"/>
              </a:rPr>
              <a:t>99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"99"   (the number 99 as text)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skibidi_speed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"99"  (whatever value the variable holds)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Joining text pieces with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Speed: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skibidi_speed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6A9955"/>
                </a:solidFill>
                <a:latin typeface="Consolas"/>
              </a:rPr>
              <a:t># → "Speed: 99"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★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gyatt_factor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 ★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 → "★ 42 ★"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Appending with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+=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4929" y="1965960"/>
            <a:ext cx="9021836" cy="452628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score_label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text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   ★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skibidi_speed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reads: "stick this onto the end of whatever's already there"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#9): SYNTAX FOR: TODO #9 Convert number to text: str(your_variable) Join text pieces: "label: " + str(variable) Append to existing scoreboard text: score_label.text += " more text here" Full example: score_label.text += "  ★ " + str(skibidi_speed) # TODO #9 # append your first silly variable to score_label.text # (use str() to convert it, + to join with a label) # also append your second silly variable # add decorations (stars, emojis, text) if you want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SYNTAX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#9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Convert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number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text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your_variable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Join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text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pieces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label: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variable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Append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existing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scoreboard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text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score_label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text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 more text here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Full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example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score_label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text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CE9178"/>
                </a:solidFill>
                <a:latin typeface="Consolas"/>
              </a:rPr>
              <a:t>  ★ </a:t>
            </a:r>
            <a:r>
              <a:rPr sz="1800">
                <a:solidFill>
                  <a:srgbClr val="CE9178"/>
                </a:solidFill>
                <a:latin typeface="Consolas"/>
              </a:rPr>
              <a:t>"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str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skibidi_speed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Your variables, live on the scoreboard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Run it. The scoreboard now shows your silly variables right next to the score. Have your neighbour read theirs out loud.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Make it yours — Personalization Sessions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More ways to make this Pong YOUR Pong. Pick any, in any order.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116</a:t>
            </a:r>
          </a:p>
        </p:txBody>
      </p:sp>
      <p:pic>
        <p:nvPicPr>
          <p:cNvPr id="8" name="Picture 7" descr="D1B1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87376"/>
            <a:ext cx="6766377" cy="3677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Run the game, then look at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Inspector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on the right.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Ball Color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Paddle Color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are right there — click a swatch, pick any colour, then Save (Ctrl+S) and run (F5).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117</a:t>
            </a:r>
          </a:p>
        </p:txBody>
      </p:sp>
      <p:pic>
        <p:nvPicPr>
          <p:cNvPr id="8" name="Picture 7" descr="D1B1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87459"/>
            <a:ext cx="6766376" cy="34774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At the top of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two lines define them: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@export var ball_color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@export var paddle_color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magic word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@export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what makes a variable show up in the Inspector.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118</a:t>
            </a:r>
          </a:p>
        </p:txBody>
      </p:sp>
      <p:pic>
        <p:nvPicPr>
          <p:cNvPr id="8" name="Picture 7" descr="D1B3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93731"/>
            <a:ext cx="6766377" cy="42648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find your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TODO #2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variables. Rename them to something even funnier. Then find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TODO #9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(the scoreboard) and update the name there too — they must match.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Final Challenge — make Pong 2-player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player2.gd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(it's on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PaddleRight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node). Two TODOs inside: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FC-1 — comment out the AI (right paddle plays itself → should sit still)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FC-2 — add I/K key movement for a real second player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FC-3 (bonus) — random ball respawn angle with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randf_range()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already did every piece this morning. Give it a whirl.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FC-1 ← mirrors: reading code Comment out a line: # put a # at the start of each AI line Ctrl+K with lines selected = toggle comment FC-2 ← mirrors: TODO #4 (if + key input) Check if a key is held: if Input.is_key_pressed(KEY_I): if Input.is_key_pressed(KEY_K): Move up / down: position.y -= paddle_speed   ← up position.y += paddle_speed   ← down # FC-1: comment out ALL 5 AI lines in _process # (select them, Ctrl+K, or # each line manually) # the right paddle should now sit still # FC-2 # if I key is pressed: #     move paddle UP (subtract paddle_speed from position.y) # if K key is pressed: #     move paddle DOWN (add paddle_speed to position.y)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FC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B5CEA8"/>
                </a:solidFill>
                <a:latin typeface="Consolas"/>
              </a:rPr>
              <a:t>1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mirrors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reading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code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Comment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out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line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6A9955"/>
                </a:solidFill>
                <a:latin typeface="Consolas"/>
              </a:rPr>
              <a:t># put a # at the start of each AI line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Ctrl</a:t>
            </a:r>
            <a:r>
              <a:rPr sz="1800">
                <a:solidFill>
                  <a:srgbClr val="E6E6E6"/>
                </a:solidFill>
                <a:latin typeface="Consolas"/>
              </a:rPr>
              <a:t>+</a:t>
            </a:r>
            <a:r>
              <a:rPr sz="1800">
                <a:solidFill>
                  <a:srgbClr val="E6E6E6"/>
                </a:solidFill>
                <a:latin typeface="Consolas"/>
              </a:rPr>
              <a:t>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with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lines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selected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toggle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comment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FC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B5CEA8"/>
                </a:solidFill>
                <a:latin typeface="Consolas"/>
              </a:rPr>
              <a:t>2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mirrors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#4 (if + key input)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Check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key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569CD6"/>
                </a:solidFill>
                <a:latin typeface="Consolas"/>
              </a:rPr>
              <a:t>is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held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Input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is_key_pressed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KEY_I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Input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is_key_pressed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KEY_K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Move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up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/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down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paddle_speed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up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position</a:t>
            </a:r>
            <a:r>
              <a:rPr sz="1800">
                <a:solidFill>
                  <a:srgbClr val="E6E6E6"/>
                </a:solidFill>
                <a:latin typeface="Consolas"/>
              </a:rPr>
              <a:t>.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+=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paddle_speed</a:t>
            </a:r>
            <a:r>
              <a:rPr sz="1800">
                <a:solidFill>
                  <a:srgbClr val="E6E6E6"/>
                </a:solidFill>
                <a:latin typeface="Consolas"/>
              </a:rPr>
              <a:t>  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down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FC-3 ← mirrors: TODO #1 (variables) + rand function Define angle bounds (constants): const ANGLE_MIN := -45.0 const ANGLE_MAX :=  45.0 Pick a random angle each respawn: var angle = randf_range(ANGLE_MIN, ANGLE_MAX) Convert to x/y speed: ball_speed_x = cos(deg_to_rad(angle)) </a:t>
            </a:r>
            <a:r>
              <a:rPr sz="2000" b="1" i="1">
                <a:solidFill>
                  <a:srgbClr val="1A1A1A"/>
                </a:solidFill>
                <a:latin typeface="Poppins"/>
              </a:rPr>
              <a:t> 6.0 ball_speed_y = sin(deg_to_rad(angle))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6.0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77295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FC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B5CEA8"/>
                </a:solidFill>
                <a:latin typeface="Consolas"/>
              </a:rPr>
              <a:t>3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←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mirrors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TODO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6A9955"/>
                </a:solidFill>
                <a:latin typeface="Consolas"/>
              </a:rPr>
              <a:t>#1 (variables) + rand function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Define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angle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bounds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constants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const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ANGLE_MIN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-</a:t>
            </a:r>
            <a:r>
              <a:rPr sz="1800">
                <a:solidFill>
                  <a:srgbClr val="B5CEA8"/>
                </a:solidFill>
                <a:latin typeface="Consolas"/>
              </a:rPr>
              <a:t>45.0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const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ANGLE_MAX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B5CEA8"/>
                </a:solidFill>
                <a:latin typeface="Consolas"/>
              </a:rPr>
              <a:t>45.0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Pick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random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angle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each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respawn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angle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randf_range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ANGLE_MIN</a:t>
            </a:r>
            <a:r>
              <a:rPr sz="1800">
                <a:solidFill>
                  <a:srgbClr val="E6E6E6"/>
                </a:solidFill>
                <a:latin typeface="Consolas"/>
              </a:rPr>
              <a:t>,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ANGLE_MAX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E6E6E6"/>
                </a:solidFill>
                <a:latin typeface="Consolas"/>
              </a:rPr>
              <a:t>Convert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to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x</a:t>
            </a:r>
            <a:r>
              <a:rPr sz="1800">
                <a:solidFill>
                  <a:srgbClr val="E6E6E6"/>
                </a:solidFill>
                <a:latin typeface="Consolas"/>
              </a:rPr>
              <a:t>/</a:t>
            </a:r>
            <a:r>
              <a:rPr sz="1800">
                <a:solidFill>
                  <a:srgbClr val="E6E6E6"/>
                </a:solidFill>
                <a:latin typeface="Consolas"/>
              </a:rPr>
              <a:t>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speed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ball_speed_x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cos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deg_to_rad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angle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6.0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</a:t>
            </a:r>
            <a:r>
              <a:rPr sz="1800">
                <a:solidFill>
                  <a:srgbClr val="E6E6E6"/>
                </a:solidFill>
                <a:latin typeface="Consolas"/>
              </a:rPr>
              <a:t>ball_speed_y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=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DCDCAA"/>
                </a:solidFill>
                <a:latin typeface="Consolas"/>
              </a:rPr>
              <a:t>sin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deg_to_rad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E6E6E6"/>
                </a:solidFill>
                <a:latin typeface="Consolas"/>
              </a:rPr>
              <a:t>angle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E6E6E6"/>
                </a:solidFill>
                <a:latin typeface="Consolas"/>
              </a:rPr>
              <a:t>*</a:t>
            </a:r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  <a:r>
              <a:rPr sz="1800">
                <a:solidFill>
                  <a:srgbClr val="B5CEA8"/>
                </a:solidFill>
                <a:latin typeface="Consolas"/>
              </a:rPr>
              <a:t>6.0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Day 1 assets: none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Day 1 used zero imported art. Every visible thing on screen was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ColorRect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coloured box drawn by code. From Day 2 on, we bring in real art with Kenney.nl asset packs.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Take it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Turn your Pong into a real Windows program — a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.exe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you can run on any PC, no Godot needed. Show your family tonight.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124</a:t>
            </a:r>
          </a:p>
        </p:txBody>
      </p:sp>
      <p:pic>
        <p:nvPicPr>
          <p:cNvPr id="8" name="Picture 7" descr="D1B6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6617"/>
            <a:ext cx="6766376" cy="43391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top menu bar,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then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Export…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125</a:t>
            </a:r>
          </a:p>
        </p:txBody>
      </p:sp>
      <p:pic>
        <p:nvPicPr>
          <p:cNvPr id="8" name="Picture 7" descr="D1B6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52613"/>
            <a:ext cx="6766377" cy="41471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Export window opens. It's empty the first time —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Add…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at the top to add a target.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126</a:t>
            </a:r>
          </a:p>
        </p:txBody>
      </p:sp>
      <p:pic>
        <p:nvPicPr>
          <p:cNvPr id="8" name="Picture 7" descr="D1B6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0663"/>
            <a:ext cx="6766377" cy="40310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From the list, pick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Windows Desktop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that's the kind of program Windows PCs run.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127</a:t>
            </a:r>
          </a:p>
        </p:txBody>
      </p:sp>
      <p:pic>
        <p:nvPicPr>
          <p:cNvPr id="8" name="Picture 7" descr="D1B6S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46076"/>
            <a:ext cx="6766377" cy="2360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adds a Windows Desktop preset on the left. Leave the options as they are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Runnable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on, Architecture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x86_64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128</a:t>
            </a:r>
          </a:p>
        </p:txBody>
      </p:sp>
      <p:pic>
        <p:nvPicPr>
          <p:cNvPr id="8" name="Picture 7" descr="D1B6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0553"/>
            <a:ext cx="6766377" cy="32912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The first time on a new PC you may see a red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'No export template found'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message.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Manage Export Templates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fix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129</a:t>
            </a:r>
          </a:p>
        </p:txBody>
      </p:sp>
      <p:pic>
        <p:nvPicPr>
          <p:cNvPr id="8" name="Picture 7" descr="D1B6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8843"/>
            <a:ext cx="6766377" cy="35346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Export Template Manager,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Download and Install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Let it finish, then close. (One-time setup per computer.)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130</a:t>
            </a:r>
          </a:p>
        </p:txBody>
      </p:sp>
      <p:pic>
        <p:nvPicPr>
          <p:cNvPr id="8" name="Picture 7" descr="D1B6S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4883"/>
            <a:ext cx="6766377" cy="46825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Export Project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type a name (e.g.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 1 - Pong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), pick your folder, and 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Save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Godot builds your game.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131</a:t>
            </a:r>
          </a:p>
        </p:txBody>
      </p:sp>
      <p:pic>
        <p:nvPicPr>
          <p:cNvPr id="8" name="Picture 7" descr="D1B6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82839"/>
            <a:ext cx="6766377" cy="40866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Godot writes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 1 - Pong.exe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plus a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.pck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data file into your folder. Double-click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.exe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your Pong runs with no Godot needed. Keep the two files together.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It's really yours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Copy that folder to a USB stick or send it to a friend. It runs on any Windows PC. You built and shipped a real game on day one.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Tomorrow: Pac-Man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1980. The next leap. We trade coloured rectangles for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tiles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and learn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loops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bring a whole maze to life.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