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Day 1 — Pong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1972 · Atari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d1_finished_game.png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Two paddles. One ball. No art — every visible thing on screen is just a coloured rectangle controlled by code you'll write.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1972 — **Pong**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2020s — Racing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VR = the screen wraps all the way around you. You don't *look at* the game — you're *inside*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d1_escape_sim.png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Day 5: you build a VR escape room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**Variables**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**Conditions** — if / else, and comparing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GDScript is Python with one extra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53A2C"/>
                </a:solidFill>
                <a:latin typeface="Poppins"/>
              </a:rPr>
              <a:t>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Find the Godot 4 icon on the desktop or Start menu. Double-click to open the Project Manager window.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In the Project Manager, click the **Import** button at the top-right of the window.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A file browser opens. Navigate to the `Day1_Pong_Game` folder wherever it lives on your computer.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Inside `Day1_Pong_Game`, click the file named `project.godot`. This is the file every Godot project starts with.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Click the **Import &amp; Edit** button at the bottom-right of the import dialog.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d1_walkA_step6.png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The Godot editor opens. On the left, the **Scene** panel shows the `Main` node — the top of our scene tree.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d1_walkA_step7.png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Look at the title bar at the top of the window. It should read: `Day 1 - Pong - Godot Engine`.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Look at the **FileSystem** panel at the bottom-left of the editor. It shows all the files in your project.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In the FileSystem panel, find the file named `main.gd` at the top level.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WalkB3.png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Double-click `main.gd` to open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d1_walkB_step4.png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The view switches from the 2D scene to the **Script editor**. You're now looking at the code for `main.gd`.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d1_walkB_step5.png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To get back to the 2D scene view, click the **2D** button at the top centre of the editor.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d1_walkB_step6.png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To get back to the script while in the 2D view, click the **Script** button at the top centre.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What does *variable*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"What does *vary* mean?"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V in **variable** → **V**ALUE that can **C**HANGE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d1_chunk1a_jar_empty.png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`CookiesInJar = 0`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d1_chunk1a_jar_full.png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`CookiesInJar = 8`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"What is `CookiesInJar` now?"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How fast is the ball moving left/right? → `ball_speed_x`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How fast is the ball moving up/down? → `ball_speed_y`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How fast does the paddle move? → `paddle_speed`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Every frame, these numbers decide how fast everything goes.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d1_chunk1a_reference.png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Up at the top of `main.gd` we already have two variables for the score.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Right below the score, between `#@todo` and `#@end`, you'll add three variables of your own.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Make THREE variables: ball x-speed, ball y-speed, paddle speed. Pick any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Press the **F5** key on your keyboard. (Or click the **Play ▶** button in the top-right toolbar.)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WalkC2.png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If Godot asks 'Set Main Scene?', click **Select Current**. The scene we're running is `Main.tscn`.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Close the game window, OR press **F8** in the editor to stop 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If your game window doesn't open after F5, look at the **Output** panel at the bottom of the editor. That's where errors print.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`Parse Error: Expected ':' after \"if\" condition.` → you forgot the colon at the end of an `if`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`Identifier \"ball_speedy\" not declared in the current scope.` → typo in a variable name (probably missing the `_x` or `_y`).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`Expected indented block.` → the line after `if ...:` is not indented (use Tab or 4 spaces).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WalkD3.png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The error message shows a blue underlined line number. Click it — the script editor jumps you straight to the broken line.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WalkD4.png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Fix the line. Save with Ctrl+S. Press F5 again. Repeat until the game window opens.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"The name is for **YOU**."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`foobar` and `bazinga`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Even Claude (the AI in your editor) types nonsense words like `fligerbigitibetting`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Right below your chunk #1a variables, you've got another `#@todo` block waiting for two more — names of your choosing.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Make TWO variables — any name, any starting number. Go weird if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971800"/>
            <a:ext cx="550148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Those two values: `true` or `false`.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d1_chunk6a_switch_on.png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`light_on = true`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d1_chunk6a_switch_off.png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`light_on = false`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Is the player alive? `is_alive`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Is the game paused? `is_paused`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Is the door locked? `door_locked`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All booleans.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"That's a boolean. We'll call it `ball_moving`."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Just below your variables from #1b, there's a `#@todo` block for one boolean.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Make a true/false variable called `ball_moving`. Start it as `false`.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is_alive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971800"/>
            <a:ext cx="550148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`if` statement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An `if` runs a block of code ONLY WHEN something is true.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something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is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do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d1_chunk6b_hungry.png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Real life is full of `if` rules.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`if`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Every game runs on `if`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if health = 0 → game over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"IF the player has NOT pressed Space yet → freeze the ball. Use `return` to skip the rest of the frame."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Inside the `_process` function, near the top.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When the player presses Space → flip `ball_moving` to true. While `ball_moving` is still false → `return` to freeze the ball.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is_alive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971800"/>
            <a:ext cx="550148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d1_chunk6b_afterworks.png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Press F5. The ball sits frozen at the centre until you tap **Space**. Then it moves.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We already know `var` makes a variable. Now we UPDATE one. `x = x + 1` works — but `x += 1` is the shortcut every programmer uses for the rest of their life.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Add `ball_speed_x` to `ball.position.x` every frame. Same for y. The ball will start moving (and drift off-screen — we'll catch it next).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…same thing, shorter: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971800"/>
            <a:ext cx="550148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d1_chunk2_afterworks.png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Press F5, then Space. The ball drifts off the right side of the screen. That's expected — chunk #4 catches it.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`if` / `else`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`else`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"When the `if` is NOT true → run the `else` block instead."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`if / else` = two paths. ONE always runs.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d1_chunk4_fork.png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if input pressed → move, else → idle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pic>
        <p:nvPicPr>
          <p:cNvPr id="8" name="Picture 7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Inside `_process`, right after we move the ball.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When the ball goes off the top OR bottom → flip `ball_speed_y`. Else → keep going (use `pass` for now).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hungry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eat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sleep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971800"/>
            <a:ext cx="550148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d1_chunk4_afterworks.png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Press F5, then Space. The ball ricochets off the top and bottom walls now. It still flies off the LEFT and RIGHT sides — chunk #5 fixes that.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`if`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Same `if` from chunk #6b. This time we use it WITHOUT an `else`. If the check fails → nothing happens (no else, no other path).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When the ball goes past the right edge → `print(\"point!\")` to the Output panel. (Real scoring comes in #5.)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971800"/>
            <a:ext cx="550148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d1_chunk3_afterworks.png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Press F5. Let the ball go past the right edge. Look at the Output panel — `point!` prints.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`&gt;` and `&lt;`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Use them inside `if`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d1_chunk5_rollercoaster.png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"Can you ride? What's the check? `your_height &gt; 48` — true or false?"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d1_chunk5_scoreboard.png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Player 1: **7**   vs   Player 2: **4**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`&gt;` and `&lt;` let `if` compare two numbers.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is timer == 0?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"Is the ball past the right edge? (`ball.x &gt; SCREEN_W`) → left player scores. Past the left edge? (`ball.x &lt; 0`) → right player scores."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766377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Same area you put the `print(\"point!\")` test. We're upgrading it to real scoring.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Use `&gt;` for the right edge and `&lt;` for the left edge. Bump the correct score and call `reset_ball()`.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lives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game_over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971800"/>
            <a:ext cx="550148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Remember your silly variables?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Time to put your `#1b` variables ON SCREEN. We use `str()` to turn numbers into text so we can stick them onto the scoreboard.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Append your two silly variables onto `score_label.text`. Decorate with stars, emojis, whatever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Speed: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d1_chunk1b_suffix_todo.png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d1_chunk1b_suffix_afterworks.png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Run it. The scoreboard now shows your skibidi_speed (or whatever you called it) right next to the score.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Five ways to make this Pong YOUR Pong. Pick the ones you want — do them in any order.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Click the `Main` node at the top of the Scene panel (top-left).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Look at the **Inspector** on the right. Scroll down to the **Script Variables** section — that's where `Ball Color` and `Paddle Color` live.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Click the colour swatch next to `Ball Color`. The colour picker pops up. Pick anything you like.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Do the same for `Paddle Color`. Press Enter or click outside the picker to close it.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d1_beat1_result.png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Press **Ctrl+S** to save the scene, then **F5** to run. Your new colours are live.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d1_beat2_step1.png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Open `main.gd`. Find your chunk #1a line: `var ball_speed_x := 6.0`.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d1_beat2_step2.png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Click the `6.0` and change it — higher for a faster ball, lower for slower. Try the 3–12 range. Save (Ctrl+S), run (F5).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Why colours were in the Inspector but speeds weren't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The colour variables have a special word in front: `@export`.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`@export` means: *show this variable in the Inspector so I can change it without opening the code.*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The speeds don't have it — so you change them in the code instead. Same idea, two doors in.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d1_beat3_step1.png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Open `main.gd`, find your chunk #1b variables (around line 46). Rename either one to something funnier.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d1_beat3_step2.png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If you renamed a variable, also fix it on the scoreboard line (around line 121). The name there must match the new name exactly, or the game errors. Save, run.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d1_beat4_step1.png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Find the scoreboard-suffix line (around line 121). Swap the `★` characters for any emoji — on Windows press **Win + .** to open the emoji picker.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d1_beat4_result.png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Add extra text, more emoji, more variables. Make the scoreboard as loud as you want. Save, run.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d1_beat5_step1.png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Scroll to `spin_from_paddle()` (around line 149). This is code we wrote for you — you can read it and tweak it.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d1_beat5_step2.png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Change the `8.0` at the end of `return hit_offset * 8.0` — higher = steeper bounce off the paddle edge, lower = softer. Save, run, feel the difference.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Final Challenge — `player2.gd`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Kick out the computer. Make Pong 2-player — your friend plays the right paddle on the I and K keys.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You already know how to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Step 1 — turn the AI off" → "reading code + `#` to comment out lines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Step 2 — I/K keys move the paddle" → "chunk #1a (`paddle_speed`) + chunk #3 (`if`)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d1_fc_2player.png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Right now the right paddle is a computer. After this challenge, a real second player controls it — I = up, K = down. Pong becomes 2-player.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d1_fc_step1_where.png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Open `player2.gd` (it's on the `PaddleRight` node). The 5 lines in `_process` that start with `var ball_middle = …` down through `position.y -= ai_speed` — that's the AI playing itself.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d1_fc_step1_done.png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Select those 5 lines and comment them out — put a `#` at the start of each, or select them and press **Ctrl+K**. Run (F5): the right paddle should now sit still.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d1_fc_step2_where.png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Just below the AI block, under the `STEP 2` banner, there's a `#@todo` block. That's where you make the I and K keys move the paddle.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>
                <a:solidFill>
                  <a:srgbClr val="1A1A1A"/>
                </a:solidFill>
                <a:latin typeface="Poppins"/>
              </a:rPr>
              <a:t>I moves up (subtract), K moves down (add). Use your `paddle_speed`. Same `if` shape as this morning.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d1_fc_step2_todo.png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Day 1 used zero imported art. Every visible thing on screen was a `ColorRect`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Turn your Pong into a real Windows program — a `.exe` you can run on any PC, no Godot needed. Show your family tonight.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Save the scene with **Ctrl+S**, then click into the script editor and **Ctrl+S** again. No asterisks left next to the tab names = everything's saved.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In the top menu bar: **Project → Export…**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In the Export window, select the **Windows Desktop** preset. (Your instructor set this up already.)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Click **Export Project** at the bottom-right of the window.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d1_export_step5.png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Pick a folder for your game — e.g. make a new `MyPong` folder on the Desktop.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d1_export_step6.png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Uncheck **Export With Debug** — it keeps your `.exe` smaller.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d1_export_step7.png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Click **Save**. Godot builds your game.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d1_export_step8.png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Godot writes two files into your folder: `&lt;name&gt;.exe` (the game) and `&lt;name&gt;.pck` (its data). Keep them together.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d1_export_step9.png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Double-click the `.exe`. Your Pong runs — no Godot, no code editor, just your game.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Poppins"/>
              </a:rPr>
              <a:t>1980. The next leap. We trade coloured rectangles for **tiles** — and learn **loops** and **functions**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