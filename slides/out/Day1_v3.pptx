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&lt;exact title text&gt;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&lt;bullets, prose, or code block — verbatim&gt;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VR Creator - Day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Pong · 1972 · Atari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d1_finished_game.png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Two paddles. One ball. No art — every visible thing on screen is just a coloured rectangle controlled by code you'll write.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Why Pong mattered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1972, Atari. One of the first video games you could play in public.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Dead simple — two paddles, one ball. Anyone got it in seconds. That simplicity is why it spread.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Launched the whole arcade industry; 3 years later 'Home Pong' put a video game on the family TV for the first time.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Proved games could be a business. Pac-Man, Mario, your living-room console — all trace back here.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The 5-day arc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1972 —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Pong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(today, highlighted)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1980 — Pac-Man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1990s — Tower / Base Defense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late 1990s — Fighter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2020s — Racing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A quick history of VR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 dream is old — VR headsets go back to the 1960s, but they were huge, blurry, and wildly expensive.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2012: the Oculus Rift made VR cheap and good enough to be real. Now standalone headsets (Quest) need no PC at all.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VR = the screen wraps all the way around you. You don't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look at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the game — you're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inside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d1_escape_sim.png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Day 5: you build a VR escape room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Today's concepts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Variables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values that can change.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Conditions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if / else, and comparing numbers.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GDScript is Python with one extra word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65960"/>
            <a:ext cx="545576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E53A2C"/>
                </a:solidFill>
                <a:latin typeface="Poppins"/>
              </a:rPr>
              <a:t>Code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06040"/>
            <a:ext cx="5455767" cy="3886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Python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                       </a:t>
            </a:r>
            <a:r>
              <a:rPr sz="1800">
                <a:solidFill>
                  <a:srgbClr val="E6E6E6"/>
                </a:solidFill>
                <a:latin typeface="Consolas"/>
              </a:rPr>
              <a:t>GDScript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x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5</a:t>
            </a:r>
            <a:r>
              <a:rPr sz="1800">
                <a:solidFill>
                  <a:srgbClr val="E6E6E6"/>
                </a:solidFill>
                <a:latin typeface="Consolas"/>
              </a:rPr>
              <a:t>                       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x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5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name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Alex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               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name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Alex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score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&gt;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10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              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score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&gt;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10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DCDCAA"/>
                </a:solidFill>
                <a:latin typeface="Consolas"/>
              </a:rPr>
              <a:t>print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winning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  <a:r>
              <a:rPr sz="1800">
                <a:solidFill>
                  <a:srgbClr val="E6E6E6"/>
                </a:solidFill>
                <a:latin typeface="Consolas"/>
              </a:rPr>
              <a:t>              </a:t>
            </a:r>
            <a:r>
              <a:rPr sz="1800">
                <a:solidFill>
                  <a:srgbClr val="DCDCAA"/>
                </a:solidFill>
                <a:latin typeface="Consolas"/>
              </a:rPr>
              <a:t>print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winning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else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                         </a:t>
            </a:r>
            <a:r>
              <a:rPr sz="1800">
                <a:solidFill>
                  <a:srgbClr val="569CD6"/>
                </a:solidFill>
                <a:latin typeface="Consolas"/>
              </a:rPr>
              <a:t>else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DCDCAA"/>
                </a:solidFill>
                <a:latin typeface="Consolas"/>
              </a:rPr>
              <a:t>print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losing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  <a:r>
              <a:rPr sz="1800">
                <a:solidFill>
                  <a:srgbClr val="E6E6E6"/>
                </a:solidFill>
                <a:latin typeface="Consolas"/>
              </a:rPr>
              <a:t>               </a:t>
            </a:r>
            <a:r>
              <a:rPr sz="1800">
                <a:solidFill>
                  <a:srgbClr val="DCDCAA"/>
                </a:solidFill>
                <a:latin typeface="Consolas"/>
              </a:rPr>
              <a:t>print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losing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Pre-coding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"Open the project. Open the script. Run it. Read the errors."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</a:t>
            </a:r>
          </a:p>
        </p:txBody>
      </p:sp>
      <p:pic>
        <p:nvPicPr>
          <p:cNvPr id="8" name="Picture 7" descr="WalkA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91109"/>
            <a:ext cx="6766377" cy="487014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Launch Godot 4. The Project Manager window opens. Find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Import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button at the top-right.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</a:t>
            </a:r>
          </a:p>
        </p:txBody>
      </p:sp>
      <p:pic>
        <p:nvPicPr>
          <p:cNvPr id="8" name="Picture 7" descr="WalkA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5703"/>
            <a:ext cx="6766377" cy="488095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Click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Import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button at the top-right of the Project Manager.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</a:t>
            </a:r>
          </a:p>
        </p:txBody>
      </p:sp>
      <p:pic>
        <p:nvPicPr>
          <p:cNvPr id="8" name="Picture 7" descr="WalkA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48248"/>
            <a:ext cx="6766377" cy="475586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In the file browser, open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Day1_Pong_Game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folder and click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project.godot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to select 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14</a:t>
            </a:r>
          </a:p>
        </p:txBody>
      </p:sp>
      <p:pic>
        <p:nvPicPr>
          <p:cNvPr id="8" name="Picture 7" descr="WalkA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9461"/>
            <a:ext cx="6766377" cy="487343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Godot asks to confirm. 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Import &amp; Edit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15</a:t>
            </a:r>
          </a:p>
        </p:txBody>
      </p:sp>
      <p:pic>
        <p:nvPicPr>
          <p:cNvPr id="8" name="Picture 7" descr="Walk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3136"/>
            <a:ext cx="6766377" cy="380608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Godot imports the project (first time takes a few seconds) and the editor opens. You're in.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16</a:t>
            </a:r>
          </a:p>
        </p:txBody>
      </p:sp>
      <p:pic>
        <p:nvPicPr>
          <p:cNvPr id="8" name="Picture 7" descr="WalkB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940" y="1143000"/>
            <a:ext cx="6414897" cy="5166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Look at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FileSystem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panel (bottom-left). Find the file named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17</a:t>
            </a:r>
          </a:p>
        </p:txBody>
      </p:sp>
      <p:pic>
        <p:nvPicPr>
          <p:cNvPr id="8" name="Picture 7" descr="WalkB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3136"/>
            <a:ext cx="6766377" cy="380608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Hover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then double-click to open it.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18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WalkB3.png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The Script editor opens on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This is the file you'll edit all day.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Lesson chunks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"Eight holes to fill. We'll fill them in order."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Variable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(just the word, very large, centred on slide)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What does </a:t>
            </a:r>
            <a:r>
              <a:rPr sz="5400" b="1" i="1">
                <a:solidFill>
                  <a:srgbClr val="1A1A1A"/>
                </a:solidFill>
                <a:latin typeface="Poppins"/>
              </a:rPr>
              <a:t>variable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mean?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"What does </a:t>
            </a:r>
            <a:r>
              <a:rPr sz="2400" b="0" i="1">
                <a:solidFill>
                  <a:srgbClr val="8A8A8A"/>
                </a:solidFill>
                <a:latin typeface="Poppins"/>
              </a:rPr>
              <a:t>vary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mean?"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vary = something that can change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V in 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variable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→ 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V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ALUE that can 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C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HANGE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d1_chunk1a_jar_empty.png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Consolas"/>
              </a:rPr>
              <a:t>CookiesInJar = 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25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d1_chunk1a_jar_full.png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Consolas"/>
              </a:rPr>
              <a:t>CookiesInJar = 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You eat 3 cookies.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"What is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CookiesInJar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now?"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A variable is a VALUE that can CHANGE across time.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How does a video game use variables?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Pong's variables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How fast is the ball moving left/right?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ball_speed_x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How fast is the ball moving up/down?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ball_speed_y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How fast does the paddle move?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paddle_speed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Every frame, these numbers decide how fast everything goes.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d1_chunk1a_reference.png ]</a:t>
            </a:r>
          </a:p>
        </p:txBody>
      </p:sp>
      <p:sp>
        <p:nvSpPr>
          <p:cNvPr id="9" name="Rectangle 8"/>
          <p:cNvSpPr/>
          <p:nvPr/>
        </p:nvSpPr>
        <p:spPr>
          <a:xfrm>
            <a:off x="2487113" y="3209544"/>
            <a:ext cx="2706550" cy="1033272"/>
          </a:xfrm>
          <a:prstGeom prst="rect">
            <a:avLst/>
          </a:prstGeom>
          <a:noFill/>
          <a:ln w="508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Up at the top of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we already have two variables for the score.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31</a:t>
            </a:r>
          </a:p>
        </p:txBody>
      </p:sp>
      <p:pic>
        <p:nvPicPr>
          <p:cNvPr id="8" name="Picture 7" descr="D1C1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27755"/>
            <a:ext cx="6766377" cy="499685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487113" y="3209544"/>
            <a:ext cx="2706550" cy="1033272"/>
          </a:xfrm>
          <a:prstGeom prst="rect">
            <a:avLst/>
          </a:prstGeom>
          <a:noFill/>
          <a:ln w="508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Right below the score, between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#@todo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#@end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you'll add three variables of your own.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 bIns="137160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Make THREE variables: ball x-speed, ball y-speed, paddle speed. Pick any numbers.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score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0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pic>
        <p:nvPicPr>
          <p:cNvPr id="12" name="Picture 11" descr="D1C1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187" y="2971800"/>
            <a:ext cx="4767127" cy="352044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058230" y="4291965"/>
            <a:ext cx="3851041" cy="880110"/>
          </a:xfrm>
          <a:prstGeom prst="rect">
            <a:avLst/>
          </a:prstGeom>
          <a:noFill/>
          <a:ln w="508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33</a:t>
            </a:r>
          </a:p>
        </p:txBody>
      </p:sp>
      <p:pic>
        <p:nvPicPr>
          <p:cNvPr id="8" name="Picture 7" descr="WalkB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3136"/>
            <a:ext cx="6766377" cy="380608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Press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F5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key on your keyboard. (Or click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Play ▶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button in the top-right toolbar.)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34</a:t>
            </a:r>
          </a:p>
        </p:txBody>
      </p:sp>
      <p:pic>
        <p:nvPicPr>
          <p:cNvPr id="8" name="Picture 7" descr="WalkC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3136"/>
            <a:ext cx="6766377" cy="380608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A new window pops up, 1152 × 648 pixels. Dark background, two cyan paddles. The ball will be frozen at the centre until chunk #6b — that's normal.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35</a:t>
            </a:r>
          </a:p>
        </p:txBody>
      </p:sp>
      <p:pic>
        <p:nvPicPr>
          <p:cNvPr id="8" name="Picture 7" descr="Walk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348953"/>
            <a:ext cx="6766377" cy="275445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Close the game window, OR press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F8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in the editor to stop it.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36</a:t>
            </a:r>
          </a:p>
        </p:txBody>
      </p:sp>
      <p:pic>
        <p:nvPicPr>
          <p:cNvPr id="8" name="Picture 7" descr="WalkD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05960"/>
            <a:ext cx="6766377" cy="46404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If your game window doesn't open after F5, look at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Output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panel at the bottom of the editor. That's where errors print.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Step D.2 — Three errors you WILL hit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Parse Error: Expected ':' after \"if\" condition.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you forgot the colon at the end of an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if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line.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Identifier \"ball_speedy\" not declared in the current scope.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typo in a variable name (probably missing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_x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_y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).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Expected indented block.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the line after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if ...: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not indented (use Tab or 4 spaces).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Naming your variables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Code doesn't care what you call a variable.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"The name is for </a:t>
            </a:r>
            <a:r>
              <a:rPr sz="2400" b="1" i="0">
                <a:solidFill>
                  <a:srgbClr val="8A8A8A"/>
                </a:solidFill>
                <a:latin typeface="Poppins"/>
              </a:rPr>
              <a:t>YOU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."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Programmers go SILLY on purpose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foobar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bazinga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are decades-old programmer jokes — built right into real codebases.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Even Claude (the AI in your editor) types nonsense words like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fligerbigitibetting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when it's just thinking out loud.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Making code feel personal makes it more fun to read AND more fun to write.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Both work — pick your favourite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929" y="1965960"/>
            <a:ext cx="9021836" cy="45262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score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0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What's the funniest variable name you can think of?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Your code, your names.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Real game studios do this every 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"Codebases are full of inside jokes, pet names, and references hidden in variable names. It's part of the culture."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45</a:t>
            </a:r>
          </a:p>
        </p:txBody>
      </p:sp>
      <p:pic>
        <p:nvPicPr>
          <p:cNvPr id="8" name="Picture 7" descr="D1C1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864918"/>
            <a:ext cx="6766376" cy="172252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487113" y="3209544"/>
            <a:ext cx="2706550" cy="1033272"/>
          </a:xfrm>
          <a:prstGeom prst="rect">
            <a:avLst/>
          </a:prstGeom>
          <a:noFill/>
          <a:ln w="508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Right below your chunk #1a variables, you've got another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#@todo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block waiting for two more — names of your choosing.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 bIns="137160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Make TWO variables — any name, any starting number. Go weird if you want.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skibidi_speed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99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pic>
        <p:nvPicPr>
          <p:cNvPr id="12" name="Picture 11" descr="D1C1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4031760"/>
            <a:ext cx="5501487" cy="1400519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058230" y="4291965"/>
            <a:ext cx="3851041" cy="880110"/>
          </a:xfrm>
          <a:prstGeom prst="rect">
            <a:avLst/>
          </a:prstGeom>
          <a:noFill/>
          <a:ln w="508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Boolean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A variable with only TWO possible values.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Those two values: </a:t>
            </a:r>
            <a:r>
              <a:rPr sz="5400" b="1" i="0">
                <a:solidFill>
                  <a:srgbClr val="1A1A1A"/>
                </a:solidFill>
                <a:latin typeface="Consolas"/>
              </a:rPr>
              <a:t>true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or </a:t>
            </a:r>
            <a:r>
              <a:rPr sz="5400" b="1" i="0">
                <a:solidFill>
                  <a:srgbClr val="1A1A1A"/>
                </a:solidFill>
                <a:latin typeface="Consolas"/>
              </a:rPr>
              <a:t>false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"No numbers. No text. Just yes or no."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Boolean = a YES/NO switch.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51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d1_chunk6a_switch_on.png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Consolas"/>
              </a:rPr>
              <a:t>light_on = true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d1_chunk6a_switch_off.png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Consolas"/>
              </a:rPr>
              <a:t>light_on = false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Is the light in this room on right now?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"True or false?"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A boolean is a true/false switch. Like a light switch.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Games are full of yes/no switches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Is the player alive?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is_alive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Is the game paused?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is_paused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Is the door locked?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door_locked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All booleans.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Today in Pong: is the ball moving yet?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"That's a boolean. We'll call it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ball_moving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."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57</a:t>
            </a:r>
          </a:p>
        </p:txBody>
      </p:sp>
      <p:pic>
        <p:nvPicPr>
          <p:cNvPr id="8" name="Picture 7" descr="D1C6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47234"/>
            <a:ext cx="6766377" cy="375789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487113" y="3209544"/>
            <a:ext cx="2706550" cy="1033272"/>
          </a:xfrm>
          <a:prstGeom prst="rect">
            <a:avLst/>
          </a:prstGeom>
          <a:noFill/>
          <a:ln w="508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Just below your variables from #1b, there's a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#@todo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block for one boolean.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 bIns="137160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Make a true/false variable called </a:t>
            </a:r>
            <a:r>
              <a:rPr sz="2000" b="1" i="0">
                <a:solidFill>
                  <a:srgbClr val="1A1A1A"/>
                </a:solidFill>
                <a:latin typeface="Consolas"/>
              </a:rPr>
              <a:t>ball_moving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. Start it as </a:t>
            </a:r>
            <a:r>
              <a:rPr sz="2000" b="1" i="0">
                <a:solidFill>
                  <a:srgbClr val="1A1A1A"/>
                </a:solidFill>
                <a:latin typeface="Consolas"/>
              </a:rPr>
              <a:t>false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is_alive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DCDCAA"/>
                </a:solidFill>
                <a:latin typeface="Consolas"/>
              </a:rPr>
              <a:t>true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pic>
        <p:nvPicPr>
          <p:cNvPr id="12" name="Picture 11" descr="D1C6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3204320"/>
            <a:ext cx="5501487" cy="30554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058230" y="4291965"/>
            <a:ext cx="3851041" cy="880110"/>
          </a:xfrm>
          <a:prstGeom prst="rect">
            <a:avLst/>
          </a:prstGeom>
          <a:noFill/>
          <a:ln w="508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statement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An </a:t>
            </a:r>
            <a:r>
              <a:rPr sz="54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runs a block of code ONLY WHEN something is true.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The shape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929" y="1965960"/>
            <a:ext cx="9021836" cy="45262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[</a:t>
            </a:r>
            <a:r>
              <a:rPr sz="1800">
                <a:solidFill>
                  <a:srgbClr val="E6E6E6"/>
                </a:solidFill>
                <a:latin typeface="Consolas"/>
              </a:rPr>
              <a:t>something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569CD6"/>
                </a:solidFill>
                <a:latin typeface="Consolas"/>
              </a:rPr>
              <a:t>is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DCDCAA"/>
                </a:solidFill>
                <a:latin typeface="Consolas"/>
              </a:rPr>
              <a:t>true</a:t>
            </a:r>
            <a:r>
              <a:rPr sz="1800">
                <a:solidFill>
                  <a:srgbClr val="E6E6E6"/>
                </a:solidFill>
                <a:latin typeface="Consolas"/>
              </a:rPr>
              <a:t>]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E6E6E6"/>
                </a:solidFill>
                <a:latin typeface="Consolas"/>
              </a:rPr>
              <a:t>do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this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E6E6E6"/>
                </a:solidFill>
                <a:latin typeface="Consolas"/>
              </a:rPr>
              <a:t>and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this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d1_chunk6b_hungry.png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Real life is full of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if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rules.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IF you finish your veggies → you get dessert.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"What if you DIDN'T finish?"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is a rule that only fires when its condition is true.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"Otherwise: nothing."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Every game runs on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checks. Every. Single. Frame.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if button pressed → jump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if enemy near → attack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if health = 0 → game over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Today in Pong: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"IF the player has NOT pressed Space yet → freeze the ball. Use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return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to skip the rest of the frame."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67</a:t>
            </a:r>
          </a:p>
        </p:txBody>
      </p:sp>
      <p:pic>
        <p:nvPicPr>
          <p:cNvPr id="8" name="Picture 7" descr="D1C6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19279"/>
            <a:ext cx="6766377" cy="201380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487113" y="3209544"/>
            <a:ext cx="2706550" cy="1033272"/>
          </a:xfrm>
          <a:prstGeom prst="rect">
            <a:avLst/>
          </a:prstGeom>
          <a:noFill/>
          <a:ln w="508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Inside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_process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function, near the top.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 bIns="137160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When the player presses Space → flip </a:t>
            </a:r>
            <a:r>
              <a:rPr sz="2000" b="1" i="0">
                <a:solidFill>
                  <a:srgbClr val="1A1A1A"/>
                </a:solidFill>
                <a:latin typeface="Consolas"/>
              </a:rPr>
              <a:t>ball_moving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 to true. While </a:t>
            </a:r>
            <a:r>
              <a:rPr sz="2000" b="1" i="0">
                <a:solidFill>
                  <a:srgbClr val="1A1A1A"/>
                </a:solidFill>
                <a:latin typeface="Consolas"/>
              </a:rPr>
              <a:t>ball_moving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 is still false → </a:t>
            </a:r>
            <a:r>
              <a:rPr sz="2000" b="1" i="0">
                <a:solidFill>
                  <a:srgbClr val="1A1A1A"/>
                </a:solidFill>
                <a:latin typeface="Consolas"/>
              </a:rPr>
              <a:t>return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 to freeze the ball.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is_alive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DCDCAA"/>
                </a:solidFill>
                <a:latin typeface="Consolas"/>
              </a:rPr>
              <a:t>false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569CD6"/>
                </a:solidFill>
                <a:latin typeface="Consolas"/>
              </a:rPr>
              <a:t>return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pic>
        <p:nvPicPr>
          <p:cNvPr id="12" name="Picture 11" descr="D1C6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3913346"/>
            <a:ext cx="5501487" cy="1637347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058230" y="4291965"/>
            <a:ext cx="3851041" cy="880110"/>
          </a:xfrm>
          <a:prstGeom prst="rect">
            <a:avLst/>
          </a:prstGeom>
          <a:noFill/>
          <a:ln w="508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69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d1_chunk6b_afterworks.png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Press F5. The ball sits frozen at the centre until you tap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Space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Then it moves.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Updating a variable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We already know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var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makes a variable. Now we UPDATE one.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x = x + 1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works — but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x += 1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is the shortcut every programmer uses for the rest of their life.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 bIns="137160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Add </a:t>
            </a:r>
            <a:r>
              <a:rPr sz="2000" b="1" i="0">
                <a:solidFill>
                  <a:srgbClr val="1A1A1A"/>
                </a:solidFill>
                <a:latin typeface="Consolas"/>
              </a:rPr>
              <a:t>ball_speed_x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 to </a:t>
            </a:r>
            <a:r>
              <a:rPr sz="2000" b="1" i="0">
                <a:solidFill>
                  <a:srgbClr val="1A1A1A"/>
                </a:solidFill>
                <a:latin typeface="Consolas"/>
              </a:rPr>
              <a:t>ball.position.x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 every frame. Same for y. The ball will start moving (and drift off-screen — we'll catch it next).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score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score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+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1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6A9955"/>
                </a:solidFill>
                <a:latin typeface="Consolas"/>
              </a:rPr>
              <a:t># …same thing, shorter: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score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+=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1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pic>
        <p:nvPicPr>
          <p:cNvPr id="12" name="Picture 11" descr="D1C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4298163"/>
            <a:ext cx="5501487" cy="867714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058230" y="4291965"/>
            <a:ext cx="3851041" cy="880110"/>
          </a:xfrm>
          <a:prstGeom prst="rect">
            <a:avLst/>
          </a:prstGeom>
          <a:noFill/>
          <a:ln w="508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d1_chunk2_afterworks.png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Press F5, then Space. The ball drifts off the right side of the screen. That's expected — chunk #4 catches it.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/ </a:t>
            </a:r>
            <a:r>
              <a:rPr sz="5400" b="1" i="0">
                <a:solidFill>
                  <a:srgbClr val="1A1A1A"/>
                </a:solidFill>
                <a:latin typeface="Consolas"/>
              </a:rPr>
              <a:t>else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Consolas"/>
              </a:rPr>
              <a:t>else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is the OTHERWISE branch.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"When the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if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is NOT true → run the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else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block instead."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Consolas"/>
              </a:rPr>
              <a:t>if / else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= two paths. ONE always runs.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d1_chunk4_fork.png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Sign reads: IF it's daytime → go left. ELSE → go right.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IF it's raining → umbrella.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"ELSE → ?"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One of the two paths ALWAYS runs.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Two-outcome checks are everywhere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if you have the key → open the door, else → it stays locked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if HP &gt; 0 → take damage, else → game over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if input pressed → move, else → idle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Today in Pong: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"IF the ball hit the top OR bottom wall → flip its vertical speed. ELSE → let it keep going."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81</a:t>
            </a:r>
          </a:p>
        </p:txBody>
      </p:sp>
      <p:pic>
        <p:nvPicPr>
          <p:cNvPr id="8" name="Picture 7" descr="D1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79389"/>
            <a:ext cx="6766376" cy="149358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487113" y="3209544"/>
            <a:ext cx="2706550" cy="1033272"/>
          </a:xfrm>
          <a:prstGeom prst="rect">
            <a:avLst/>
          </a:prstGeom>
          <a:noFill/>
          <a:ln w="508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Inside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_process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right after we move the ball.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 bIns="137160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When the ball goes off the top OR bottom → flip </a:t>
            </a:r>
            <a:r>
              <a:rPr sz="2000" b="1" i="0">
                <a:solidFill>
                  <a:srgbClr val="1A1A1A"/>
                </a:solidFill>
                <a:latin typeface="Consolas"/>
              </a:rPr>
              <a:t>ball_speed_y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. Else → keep going (use </a:t>
            </a:r>
            <a:r>
              <a:rPr sz="2000" b="1" i="0">
                <a:solidFill>
                  <a:srgbClr val="1A1A1A"/>
                </a:solidFill>
                <a:latin typeface="Consolas"/>
              </a:rPr>
              <a:t>pass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 for now).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hungry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E6E6E6"/>
                </a:solidFill>
                <a:latin typeface="Consolas"/>
              </a:rPr>
              <a:t>eat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else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E6E6E6"/>
                </a:solidFill>
                <a:latin typeface="Consolas"/>
              </a:rPr>
              <a:t>sleep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pic>
        <p:nvPicPr>
          <p:cNvPr id="12" name="Picture 11" descr="D1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4124832"/>
            <a:ext cx="5501487" cy="1214375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058230" y="4291965"/>
            <a:ext cx="3851041" cy="880110"/>
          </a:xfrm>
          <a:prstGeom prst="rect">
            <a:avLst/>
          </a:prstGeom>
          <a:noFill/>
          <a:ln w="508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d1_chunk4_afterworks.png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Press F5, then Space. The ball ricochets off the top and bottom walls now. It still flies off the LEFT and RIGHT sides — chunk #5 fixes that.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— without an else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Same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if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from chunk #6b. This time we use it WITHOUT an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else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. If the check fails → nothing happens (no else, no other path).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 bIns="137160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When the ball goes past the right edge → </a:t>
            </a:r>
            <a:r>
              <a:rPr sz="2000" b="1" i="0">
                <a:solidFill>
                  <a:srgbClr val="1A1A1A"/>
                </a:solidFill>
                <a:latin typeface="Consolas"/>
              </a:rPr>
              <a:t>print(\"point!\")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 to the Output panel. (Real scoring comes in #5.)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score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&gt;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5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DCDCAA"/>
                </a:solidFill>
                <a:latin typeface="Consolas"/>
              </a:rPr>
              <a:t>print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winning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pic>
        <p:nvPicPr>
          <p:cNvPr id="12" name="Picture 11" descr="D1C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4021563"/>
            <a:ext cx="5501487" cy="1420913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058230" y="4291965"/>
            <a:ext cx="3851041" cy="880110"/>
          </a:xfrm>
          <a:prstGeom prst="rect">
            <a:avLst/>
          </a:prstGeom>
          <a:noFill/>
          <a:ln w="508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d1_chunk3_afterworks.png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Press F5. Let the ball go past the right edge. Look at the Output panel —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point!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prints.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Comparison operators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onsolas"/>
              </a:rPr>
              <a:t>&gt;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and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&lt;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929" y="1965960"/>
            <a:ext cx="9021836" cy="45262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Use them inside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if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929" y="1965960"/>
            <a:ext cx="9021836" cy="45262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score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&gt;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5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DCDCAA"/>
                </a:solidFill>
                <a:latin typeface="Consolas"/>
              </a:rPr>
              <a:t>print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winning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d1_chunk5_rollercoaster.png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YOU MUST BE THIS TALL → 48 inches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You're 50 inches tall.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"Can you ride? What's the check?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your_height &gt; 48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— true or false?"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d1_chunk5_scoreboard.png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Player 1: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7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  vs   Player 2: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4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Consolas"/>
              </a:rPr>
              <a:t>&gt;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and </a:t>
            </a:r>
            <a:r>
              <a:rPr sz="5400" b="1" i="0">
                <a:solidFill>
                  <a:srgbClr val="1A1A1A"/>
                </a:solidFill>
                <a:latin typeface="Consolas"/>
              </a:rPr>
              <a:t>&lt;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let </a:t>
            </a:r>
            <a:r>
              <a:rPr sz="54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compare two numbers.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Games are constantly comparing numbers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is score &gt; high score?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is health &lt; 20%?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is enemy distance &lt; 100 pixels?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is timer == 0?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Today in Pong: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"Is the ball past the right edge? (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ball.x &gt; SCREEN_W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) → left player scores. Past the left edge? (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ball.x &lt; 0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) → right player scores."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96</a:t>
            </a:r>
          </a:p>
        </p:txBody>
      </p:sp>
      <p:pic>
        <p:nvPicPr>
          <p:cNvPr id="8" name="Picture 7" descr="D1C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07492"/>
            <a:ext cx="6766377" cy="163737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487113" y="3209544"/>
            <a:ext cx="2706550" cy="1033272"/>
          </a:xfrm>
          <a:prstGeom prst="rect">
            <a:avLst/>
          </a:prstGeom>
          <a:noFill/>
          <a:ln w="508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Same area you put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print(\"point!\")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test. We're upgrading it to real scoring.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 bIns="137160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Use </a:t>
            </a:r>
            <a:r>
              <a:rPr sz="2000" b="1" i="0">
                <a:solidFill>
                  <a:srgbClr val="1A1A1A"/>
                </a:solidFill>
                <a:latin typeface="Consolas"/>
              </a:rPr>
              <a:t>&gt;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 for the right edge and </a:t>
            </a:r>
            <a:r>
              <a:rPr sz="2000" b="1" i="0">
                <a:solidFill>
                  <a:srgbClr val="1A1A1A"/>
                </a:solidFill>
                <a:latin typeface="Consolas"/>
              </a:rPr>
              <a:t>&lt;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 for the left edge. Bump the correct score and call </a:t>
            </a:r>
            <a:r>
              <a:rPr sz="2000" b="1" i="0">
                <a:solidFill>
                  <a:srgbClr val="1A1A1A"/>
                </a:solidFill>
                <a:latin typeface="Consolas"/>
              </a:rPr>
              <a:t>reset_ball()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lives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0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E6E6E6"/>
                </a:solidFill>
                <a:latin typeface="Consolas"/>
              </a:rPr>
              <a:t>game_over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pic>
        <p:nvPicPr>
          <p:cNvPr id="12" name="Picture 11" descr="D1C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4066375"/>
            <a:ext cx="5501487" cy="1331289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058230" y="4291965"/>
            <a:ext cx="3851041" cy="880110"/>
          </a:xfrm>
          <a:prstGeom prst="rect">
            <a:avLst/>
          </a:prstGeom>
          <a:noFill/>
          <a:ln w="508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98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d1_chunk5_afterworks.png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Press F5, then Space. Score a point past either edge. The number at the top of the screen jumps up.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Remember your silly variables?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Time to put your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#1b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variables ON SCREEN. We use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str()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to turn numbers into text so we can stick them onto the scoreboard.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 bIns="137160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Append your two silly variables onto </a:t>
            </a:r>
            <a:r>
              <a:rPr sz="2000" b="1" i="0">
                <a:solidFill>
                  <a:srgbClr val="1A1A1A"/>
                </a:solidFill>
                <a:latin typeface="Consolas"/>
              </a:rPr>
              <a:t>score_label.text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. Decorate with stars, emojis, whatever you want.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label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text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Speed: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+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DCDCAA"/>
                </a:solidFill>
                <a:latin typeface="Consolas"/>
              </a:rPr>
              <a:t>str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skibidi_speed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7" y="2971800"/>
            <a:ext cx="5501487" cy="352044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d1_chunk1b_suffix_todo.png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58230" y="4291965"/>
            <a:ext cx="3851041" cy="880110"/>
          </a:xfrm>
          <a:prstGeom prst="rect">
            <a:avLst/>
          </a:prstGeom>
          <a:noFill/>
          <a:ln w="508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101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d1_chunk1b_suffix_afterworks.png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Run it. The scoreboard now shows your skibidi_speed (or whatever you called it) right next to the score.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Make it yours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Five ways to make this Pong YOUR Pong. Pick the ones you want — do them in any order.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d1_beat1_step1.png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Click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node at the top of the Scene panel (top-left).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d1_beat1_step2.png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Look at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Inspector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on the right. Scroll down to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Script Variables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section — that's where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Ball Color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Paddle Color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live.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105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d1_beat1_step3.png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Click the colour swatch next to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Ball Color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The colour picker pops up. Pick anything you like.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d1_beat1_step4.png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Do the same for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Paddle Color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Press Enter or click outside the picker to close it.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107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d1_beat1_result.png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Press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Ctrl+S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to save the scene, then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F5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to run. Your new colours are live.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108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d1_beat2_step1.png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Open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Find your chunk #1a line: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var ball_speed_x := 6.0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109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d1_beat2_step2.png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Click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6.0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change it — higher for a faster ball, lower for slower. Try the 3–12 range. Save (Ctrl+S), run (F5).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Why colours were in the Inspector but speeds weren't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 colour variables have a special word in front: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@export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@export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means: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show this variable in the Inspector so I can change it without opening the code.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 speeds don't have it — so you change them in the code instead. Same idea, two doors in.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111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d1_beat3_step1.png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Open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find your chunk #1b variables (around line 46). Rename either one to something funnier.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d1_beat3_step2.png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If you renamed a variable, also fix it on the scoreboard line (around line 121). The name there must match the new name exactly, or the game errors. Save, run.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d1_beat4_step1.png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Find the scoreboard-suffix line (around line 121). Swap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★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characters for any emoji — on Windows press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Win + .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to open the emoji picker.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d1_beat4_result.png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Add extra text, more emoji, more variables. Make the scoreboard as loud as you want. Save, run.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115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d1_beat5_step1.png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Scroll to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spin_from_paddle()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(around line 149). This is code we wrote for you — you can read it and tweak it.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d1_beat5_step2.png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Change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8.0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at the end of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return hit_offset * 8.0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higher = steeper bounce off the paddle edge, lower = softer. Save, run, feel the difference.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Final Challenge — </a:t>
            </a:r>
            <a:r>
              <a:rPr sz="5400" b="1" i="0">
                <a:solidFill>
                  <a:srgbClr val="1A1A1A"/>
                </a:solidFill>
                <a:latin typeface="Consolas"/>
              </a:rPr>
              <a:t>player2.gd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Kick out the computer. Make Pong 2-player — your friend plays the right paddle on the I and K keys.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You already know how to do this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Step 1 — turn the AI off" → "reading code +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to comment out lines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Step 2 — I/K keys move the paddle" → "chunk #1a (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paddle_speed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) + chunk #3 (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if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)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119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d1_fc_2player.png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Right now the right paddle is a computer. After this challenge, a real second player controls it — I = up, K = down. Pong becomes 2-player.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d1_fc_step1_where.png ]</a:t>
            </a:r>
          </a:p>
        </p:txBody>
      </p:sp>
      <p:sp>
        <p:nvSpPr>
          <p:cNvPr id="9" name="Rectangle 8"/>
          <p:cNvSpPr/>
          <p:nvPr/>
        </p:nvSpPr>
        <p:spPr>
          <a:xfrm>
            <a:off x="2487113" y="3209544"/>
            <a:ext cx="2706550" cy="1033272"/>
          </a:xfrm>
          <a:prstGeom prst="rect">
            <a:avLst/>
          </a:prstGeom>
          <a:noFill/>
          <a:ln w="508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Open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player2.gd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(it's on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PaddleRight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node). The 5 lines in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_process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that start with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var ball_middle = …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down through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position.y -= ai_speed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that's the AI playing itself.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121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d1_fc_step1_done.png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Select those 5 lines and comment them out — put a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at the start of each, or select them and press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Ctrl+K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Run (F5): the right paddle should now sit still.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d1_fc_step2_where.png ]</a:t>
            </a:r>
          </a:p>
        </p:txBody>
      </p:sp>
      <p:sp>
        <p:nvSpPr>
          <p:cNvPr id="9" name="Rectangle 8"/>
          <p:cNvSpPr/>
          <p:nvPr/>
        </p:nvSpPr>
        <p:spPr>
          <a:xfrm>
            <a:off x="2487113" y="3209544"/>
            <a:ext cx="2706550" cy="1033272"/>
          </a:xfrm>
          <a:prstGeom prst="rect">
            <a:avLst/>
          </a:prstGeom>
          <a:noFill/>
          <a:ln w="508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Just below the AI block, under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STEP 2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banner, there's a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#@todo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block. That's where you make the I and K keys move the paddle.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 bIns="137160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I moves up (subtract), K moves down (add). Use your </a:t>
            </a:r>
            <a:r>
              <a:rPr sz="2000" b="1" i="0">
                <a:solidFill>
                  <a:srgbClr val="1A1A1A"/>
                </a:solidFill>
                <a:latin typeface="Consolas"/>
              </a:rPr>
              <a:t>paddle_speed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. Same </a:t>
            </a:r>
            <a:r>
              <a:rPr sz="20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 shape as this morning.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Input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is_key_pressed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KEY_</a:t>
            </a:r>
            <a:r>
              <a:rPr sz="1800">
                <a:solidFill>
                  <a:srgbClr val="E6E6E6"/>
                </a:solidFill>
                <a:latin typeface="Consolas"/>
              </a:rPr>
              <a:t>?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E6E6E6"/>
                </a:solidFill>
                <a:latin typeface="Consolas"/>
              </a:rPr>
              <a:t>position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y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-=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?</a:t>
            </a:r>
            <a:r>
              <a:rPr sz="1800">
                <a:solidFill>
                  <a:srgbClr val="E6E6E6"/>
                </a:solidFill>
                <a:latin typeface="Consolas"/>
              </a:rPr>
              <a:t>?</a:t>
            </a:r>
            <a:r>
              <a:rPr sz="1800">
                <a:solidFill>
                  <a:srgbClr val="E6E6E6"/>
                </a:solidFill>
                <a:latin typeface="Consolas"/>
              </a:rPr>
              <a:t>?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Input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is_key_pressed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KEY_</a:t>
            </a:r>
            <a:r>
              <a:rPr sz="1800">
                <a:solidFill>
                  <a:srgbClr val="E6E6E6"/>
                </a:solidFill>
                <a:latin typeface="Consolas"/>
              </a:rPr>
              <a:t>?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E6E6E6"/>
                </a:solidFill>
                <a:latin typeface="Consolas"/>
              </a:rPr>
              <a:t>position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y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+=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?</a:t>
            </a:r>
            <a:r>
              <a:rPr sz="1800">
                <a:solidFill>
                  <a:srgbClr val="E6E6E6"/>
                </a:solidFill>
                <a:latin typeface="Consolas"/>
              </a:rPr>
              <a:t>?</a:t>
            </a:r>
            <a:r>
              <a:rPr sz="1800">
                <a:solidFill>
                  <a:srgbClr val="E6E6E6"/>
                </a:solidFill>
                <a:latin typeface="Consolas"/>
              </a:rPr>
              <a:t>?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7" y="2971800"/>
            <a:ext cx="5501487" cy="352044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d1_fc_step2_todo.png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58230" y="4291965"/>
            <a:ext cx="3851041" cy="880110"/>
          </a:xfrm>
          <a:prstGeom prst="rect">
            <a:avLst/>
          </a:prstGeom>
          <a:noFill/>
          <a:ln w="508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Day 1 assets: none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Day 1 used zero imported art. Every visible thing on screen was a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ColorRect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a coloured box drawn by code. From Day 2 on, we bring in real art with Kenney.nl asset packs.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Take it home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Turn your Pong into a real Windows program — a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.exe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you can run on any PC, no Godot needed. Show your family tonight.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d1_export_step1.png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Save the scene with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Ctrl+S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then click into the script editor and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Ctrl+S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again. No asterisks left next to the tab names = everything's saved.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127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d1_export_step2.png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In the top menu bar: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Project → Export…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128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d1_export_step3.png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In the Export window, select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Windows Desktop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preset. (Your instructor set this up already.)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129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d1_export_step4.png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Export Project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at the bottom-right of the window.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d1_export_step5.png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Pick a folder for your game — e.g. make a new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MyPong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folder on the Desktop.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131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d1_export_step6.png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Uncheck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Export With Debug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it keeps your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.exe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smaller.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d1_export_step7.png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Save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Godot builds your game.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d1_export_step8.png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Godot writes two files into your folder: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&lt;name&gt;.exe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(the game) and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&lt;name&gt;.pck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(its data). Keep them together.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d1_export_step9.png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Double-click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.exe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Your Pong runs — no Godot, no code editor, just your game.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It's really yours 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Copy that folder to a USB stick or send it to a friend. It runs on any Windows PC. You built and shipped a real game on day one.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Tomorrow: Pac-Man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1980. The next leap. We trade coloured rectangles for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tiles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and learn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loops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functions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to bring a whole maze to life.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