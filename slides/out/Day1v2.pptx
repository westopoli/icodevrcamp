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Two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column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visual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diagram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column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header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Python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blue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column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header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GDScript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green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Two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rows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connecting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arrow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between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each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pair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callout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around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iCode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red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label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one extra word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def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update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update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callout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around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iCode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red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label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different keyword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ALUE that can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C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#1**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lives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ball left-right speed (pick a number)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ball up-down speed (pick a number)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paddle speed (pick a number)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#2**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ohio_rizz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7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silly variable name #1 (your choice)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#3**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is_alive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door_locked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a true/false variable called ball_moving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something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do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OPENS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blue</a:t>
            </a:r>
            <a:r>
              <a:rPr sz="1800">
                <a:solidFill>
                  <a:srgbClr val="E6E6E6"/>
                </a:solidFill>
                <a:latin typeface="Consolas"/>
              </a:rPr>
              <a:t>/</a:t>
            </a:r>
            <a:r>
              <a:rPr sz="1800">
                <a:solidFill>
                  <a:srgbClr val="E6E6E6"/>
                </a:solidFill>
                <a:latin typeface="Consolas"/>
              </a:rPr>
              <a:t>highlighted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┌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┐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do_something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└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┘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ALWAYS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runs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outside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Same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diagram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as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S065b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but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annotations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Same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diagram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different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annotations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indented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indented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also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CHECK: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health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condition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alive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move_player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CHECK: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 ALWAYS runs?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is_paused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freeze_enemies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show_menu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update_timer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CHECK: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Nested boxes — what runs?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has_key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you have the key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door_locked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door unlocked!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you</a:t>
            </a:r>
            <a:r>
              <a:rPr sz="1800">
                <a:solidFill>
                  <a:srgbClr val="CE9178"/>
                </a:solidFill>
                <a:latin typeface="Consolas"/>
              </a:rPr>
              <a:t>'</a:t>
            </a:r>
            <a:r>
              <a:rPr sz="1800">
                <a:solidFill>
                  <a:srgbClr val="CE9178"/>
                </a:solidFill>
                <a:latin typeface="Consolas"/>
              </a:rPr>
              <a:t>re inside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game continues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KEY_SPACE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#4**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KEY_SPACE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variable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variable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Space is pressed: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set ball_moving to 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ball_moving is false: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KEY_SPACE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object   verb (ask Input to check a key)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#5**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add ball_speed_x to ball.position.x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BALL_SIZE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= 648 - 20 = 628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628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top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bottom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648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just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touching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648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has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already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gone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OFF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✗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BALL_SIZE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pass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#6**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BALL_SIZE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pass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var upper_border = 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ball.position.y &lt; upper_border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or ball.position.y &gt; lower_border: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flip ball_speed_y (negate it)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else: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point!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#7**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your message here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ball.position.x is past SCREEN_W: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left_score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reset_ball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right_score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reset_ball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#8**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left_score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reset_ball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ball passed right edge (&gt; SCREEN_W):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add 1 to left_score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call reset_ball()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ball passed left edge (&lt; 0):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add 1 to right_score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"99"  (whatever value the variable holds)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Speed: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★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6A9955"/>
                </a:solidFill>
                <a:latin typeface="Consolas"/>
              </a:rPr>
              <a:t># → "★ 42 ★"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 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reads: "stick this onto the end of whatever's already there"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 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**TODO #9**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11277295" cy="191566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your_variable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label: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variable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more text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65092"/>
            <a:ext cx="11277295" cy="1915668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700">
                <a:solidFill>
                  <a:srgbClr val="E6E6E6"/>
                </a:solidFill>
                <a:latin typeface="Consolas"/>
              </a:rPr>
              <a:t>  # append first silly var to score_label.text</a:t>
            </a:r>
          </a:p>
          <a:p>
            <a:pPr algn="l"/>
            <a:r>
              <a:rPr sz="1700">
                <a:solidFill>
                  <a:srgbClr val="E6E6E6"/>
                </a:solidFill>
                <a:latin typeface="Consolas"/>
              </a:rPr>
              <a:t>  # use str() to convert it, + to join with a label</a:t>
            </a:r>
          </a:p>
          <a:p>
            <a:pPr algn="l"/>
            <a:r>
              <a:rPr sz="1700">
                <a:solidFill>
                  <a:srgbClr val="E6E6E6"/>
                </a:solidFill>
                <a:latin typeface="Consolas"/>
              </a:rPr>
              <a:t>  # append second silly var too</a:t>
            </a:r>
          </a:p>
          <a:p>
            <a:pPr algn="l"/>
            <a:r>
              <a:rPr sz="1700">
                <a:solidFill>
                  <a:srgbClr val="E6E6E6"/>
                </a:solidFill>
                <a:latin typeface="Consolas"/>
              </a:rPr>
              <a:t>  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**FC-1** + **FC-2**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FC-1 — comment out (Ctrl+K)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put # at start of each AI line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KEY_I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KEY_K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FC-1: comment out ALL 5 AI lines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(select + Ctrl+K, or add # manually)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paddle should now sit still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FC-2: add I/K key movement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I key pressed → move UP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5029200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**FC-3 (Bonus)**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5501487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const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ANGLE_MIN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B5CEA8"/>
                </a:solidFill>
                <a:latin typeface="Consolas"/>
              </a:rPr>
              <a:t>45.0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const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ANGLE_MAX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B5CEA8"/>
                </a:solidFill>
                <a:latin typeface="Consolas"/>
              </a:rPr>
              <a:t>45.0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randf_range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ANGLE_MIN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ANGLE_MAX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cos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deg_to_rad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angle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*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sin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deg_to_rad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angle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*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527048"/>
            <a:ext cx="550148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19656"/>
            <a:ext cx="5501487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in reset_ball(), after position reset: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define ANGLE_MIN and ANGLE_MAX constants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pick a random angle with randf_range()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convert to x speed using cos(deg_to_rad())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