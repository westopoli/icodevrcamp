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Creative Coding — 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"Base Defense · 1990s · towers vs waves. Today you build the defense and make it YOURS."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build YOUR Base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Enemies pour in from every edge. You stop them with towers that shoot.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game is almost finished. You write a few small functions to bring it to life...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...then spend the day tuning, recolouring, and decorating it like nobody else's.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Pong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Base Defense (today)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 + VR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concept: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named block of code you can run whenever you want.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write it ONCE, then CALL it by name as many times as you like.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the only new idea today. Everything else is already written for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Functions: Python uses def, GDScript uses func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def </a:t>
            </a:r>
            <a:r>
              <a:rPr sz="1800">
                <a:solidFill>
                  <a:srgbClr val="8E44AD"/>
                </a:solidFill>
                <a:latin typeface="Consolas"/>
              </a:rPr>
              <a:t>greet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"hi"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greet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"hi"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Making a 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add</a:t>
            </a:r>
            <a:r>
              <a:rPr sz="1800">
                <a:solidFill>
                  <a:srgbClr val="CFCFC2"/>
                </a:solidFill>
                <a:latin typeface="Consolas"/>
              </a:rPr>
              <a:t>(a, b):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  <a:r>
              <a:rPr sz="1800">
                <a:solidFill>
                  <a:srgbClr val="CFCFC2"/>
                </a:solidFill>
                <a:latin typeface="Consolas"/>
              </a:rPr>
              <a:t> a + b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total = </a:t>
            </a:r>
            <a:r>
              <a:rPr sz="1800">
                <a:solidFill>
                  <a:srgbClr val="8E44AD"/>
                </a:solidFill>
                <a:latin typeface="Consolas"/>
              </a:rPr>
              <a:t>add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)   </a:t>
            </a:r>
            <a:r>
              <a:rPr sz="1800">
                <a:solidFill>
                  <a:srgbClr val="7A7C7D"/>
                </a:solidFill>
                <a:latin typeface="Consolas"/>
              </a:rPr>
              <a:t># total is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halves: DEFINE it, then CALL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DEFINE = write the function and its body (what it does).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 = say its name to make it run, right now.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Today: you DEFINE three functions, then CALL the ones you wrote.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There's no single right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There are thousands — millions — of ways to build any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tower stats, your colours, your field — they're yours. As long as the game runs, you're 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Let's open the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project, open the script, press play."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the project in Godot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In the Godot project list, click your Day 3 Base Defense project to open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Double-click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main.gd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in the FileSystem panel. This is where today's tasks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Press play (F5)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the game now. The enemies won't move and the towers won't shoot yet — the functions are empty. That's your job.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4 tasks — all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task today is about functions: DEFINE three, then CALL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#1 move all enemies · #2 tick all towers · #3 pay coins · #4 call them in the loop.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#1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There's a function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It's handed a LIST of enemies and needs to move every one of them. How do you do the same thing to every item in a list? You loop over it. Inside the loop, you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each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Move every enemy (a function over a list)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the parameter enemy_list is the list of enemies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loop over enemy_list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each one, call step_enemy(e, delta)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#2 — you already know this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Now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tick_all_towers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needs to run every tower one step. Same exact shape as TODO #1: go through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 and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tower_tick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each one. If you can write one, you can write the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Tick every tower (same shape as #1)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loop over the towers list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each tower t, call tower_tick(t, delta)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tune your towers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node. In the Inspector, find your tower stats: range, damage, fire rate, cost.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Also set your base HP and your starting coins.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Bigger range = reach further. More damage = harder hits. Lower cost = build faster. Press play and feel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#3 — a function that changes a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Every time you kill an enemy, the game pays you. The function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reward_coins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handed a number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needs to add it to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Functions don't just loop — they can change a variable too. One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Pay the coins (a function with a parameter)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amount is the number of coins passed in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amount to coins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#4 — now CALL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 DEFINED move_all and tick_all_towers, but they've never run — nobody has called them yet. The game loop runs every frame. Add two lines there that CALL your two functions, and the whole field comes alive.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Call your two functions every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call move_all with the enemies list and delta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call tick_all_towers with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Base Defense is alive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play, then SPACE to start a wave. Enemies march, towers fire, coins roll 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wrote three functions and called them — and the whole game runs. Now let's make it yours.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tower colours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tower type has a colour: cannon, sniper, splash.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colour value for each one and press play — build a few and see your palette on the field.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decorate the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the 2D scene. There are trees, rocks, and fences already placed.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Drag them around, duplicate them, or delete them to design your own battlefield.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It's pure decoration — enemies walk right through, so go wild.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your own sprite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Drag an image file into the FileSystem panel to import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Want a custom tower or enemy? Ask the instructor to help you swap one sprite for your image.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Endless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Want enemies forever, no waves? Open endless_mode.gd.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 has three function holes — and you've already done all three shapes today: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 #1 define buff_all (loop a list, call a function) =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 #2 call buff_all in the tick = TODO #4.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 #3 define pay_streak (add a bonus to coins) = TODO #3.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Take your Base Defense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game exports to a Windows file you can share.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wrote functions, tuned the towers, recoloured them, and built your own field — it's nobody else's but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