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Creative Coding — Day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"Fighter · late 1990s · two players, one arena. Today you make it YOURS."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build YOUR 2-player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fighters, one arena — punch, jump, and knock each other out.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fighters already walk, jump and swing. They just don't know WHEN to do it yet.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the yes/no checks that wake them up — then make the whole thing yours.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Pong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 (today)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 + VR (tomorrow!)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concept: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yes/no question your game asks: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is this true, yes or no?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the answer is yes, some code runs. If no, it's skipped.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the only new idea today. The fighters are already built for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looks identical in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hp &lt;=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die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hp &lt;=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die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Asking a yes/no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to ask 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==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it EQUAL to?  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!=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it NOT equal to?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it less than or equal to?  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it greater than?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one asks something the game can answer yes or 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There's no single right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There are thousands — millions — of ways to build a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colours, names, sprites and arena are yours. As long as the fight runs, you're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Let's open the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project, open the script, press play."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the project in Godot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In the Godot project list, click your Day 4 Fighter project to open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player.gd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Double-click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player.gd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FileSystem panel. Both fighters share this one script — that's where today's tasks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Press play (F5)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 now. The fighters just stand there — they don't move, swing, or take damage yet. The checks that wake them up are missing. That's your job.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5 tasks — all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task today is the same idea: write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one yes/no question.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#1 the death check · #2 start walking · #3 stop walking · #4 the cooldown guard · #5 does the punch land.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#1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When a fighter takes a hit, its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(health) goes down. At some point health runs out and the fighter should fall. What question tells you they're out? When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is... what number?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When does a fighter fall?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take_damage() already subtracted the damage.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write the if that calls die() when hp is at (or below) 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(hint: hp &lt;=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fighter colours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in the scene. In the Inspector on the right,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Modulate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colour swatch and pick any colour you like — red rage, blue ice, neon green.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 it for both fighters. Press play and see them recoloured.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#2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still fighter is in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state. The moment a player presses left or right, it should start walking.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get_move_direction()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0 when nothing is held, and -1 or 1 when an arrow is. What question means 'they're pressing a direction'?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Start walking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we're standing still (idle).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write the if that switches to "walk"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when get_move_direction() is NOT 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(hint: get_move_direction() != 0  -&gt;  set_state("walk"))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#3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Now the fighter is walking. When the player lets go of left and right,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get_move_direction()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goes back to 0 — and the fighter should stand still again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What question means 'they stopped'?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Stop walking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we're walking.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write the if that switches back to "idle"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when get_move_direction() EQUALS 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(hint: get_move_direction() == 0  -&gt;  set_state("idle"))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fighter names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fighter has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Label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floating above it with its name.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Label,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Text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Inspector, and type your fighter's name.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Name them after you and a friend, or invent ridiculous ones. Press play.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#4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Attacks have a cooldown so players can't spam-punch.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counts down to 0 after each swing. We should only let the next swing happen once that timer has reached zero. What question checks 'the cooldown is done'?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No spamming punches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the attack key was just pressed.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write the if that lets the swing happen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ONLY when attack_cooldown_timer is at (or below) 0.0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(hint: attack_cooldown_timer &lt;= 0.0)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fighters are alive — FIGHT!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Grab a friend. One of you is Player 1, the other Player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They walk, jump, punch, take damage, and fall. You wrote the checks that run it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Have a few rounds — then let's make the punches actually connect.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swap the sprite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a fighter look from the provided set, or bring your own picture.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an image into the FileSystem panel to import it, then ask the instructor to help you set it as a fighter's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Sprite2D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texture.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Now your fighter looks like nobody else's.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#5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swing only hurts if THREE things are all true at once: the opponent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facing_opponent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you're at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same_height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Each is a yes/no. How do you ask 'are ALL three true'? You join them with the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Does the punch connect?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in_range, facing_opponent, same_height are each true/false.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write the if that deals damage ONLY when ALL THREE are true.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join them with the word `and`: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(hint: in_range and facing_opponent and same_height)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build the 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the 2D scene view. The platforms and ground are blocks you can move.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them around to reshape the arena — wide and open, or tight and tricky.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 or stretch platforms for a multi-level battleground. Press play and fight on YOUR stage.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 fifth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 brand-new fighter is waiting — stats already filled 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has a special move: a CHARGED hit that does double damage when you're up close.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It's missing ONE check —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fires the charged hit when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distance &lt;= charge_range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Write that one condition (exactly like today's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comparisons) and your new fighter joins the roster. Nothing new — you already know how.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Take your Fighter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game exports to a Windows file you and a friend can play.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picked the colours, the names, the sprites, the arena — and wrote every yes/no check that runs the fight.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Tomorrow is the finale: 3D racing and VR.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