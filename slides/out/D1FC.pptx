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60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" y="50000"/>
            <a:ext cx="448731" cy="3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44000" y="100000"/>
            <a:ext cx="1100000" cy="250000"/>
          </a:xfrm>
          <a:prstGeom prst="rect">
            <a:avLst/>
          </a:prstGeom>
          <a:noFill/>
        </p:spPr>
        <p:txBody lIns="30000" rIns="80000" tIns="20000" bIns="20000"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" y="490000"/>
            <a:ext cx="8844000" cy="230000"/>
          </a:xfrm>
          <a:prstGeom prst="rect">
            <a:avLst/>
          </a:prstGeom>
          <a:noFill/>
        </p:spPr>
        <p:txBody lIns="60000" rIns="60000" tIns="2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A1A1A"/>
                </a:solidFill>
                <a:latin typeface="Poppins"/>
              </a:rPr>
              <a:t>Final Challenge — 3 holes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000" y="690000"/>
            <a:ext cx="2881333" cy="61229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000" y="690000"/>
            <a:ext cx="2881333" cy="612290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FC-1  Comment out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000" y="1302290"/>
            <a:ext cx="2881333" cy="481085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000" y="1302290"/>
            <a:ext cx="2881333" cy="481085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000" y="1783375"/>
            <a:ext cx="2881333" cy="328012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000" y="1783375"/>
            <a:ext cx="2881333" cy="3280125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Find the 5 AI lines in _process()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(they move right_paddle toward ball.position)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Select each line and press Ctrl+K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to comment it out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Paddle should now sit still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31333" y="690000"/>
            <a:ext cx="2881333" cy="61229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1333" y="690000"/>
            <a:ext cx="2881333" cy="612290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FC-2  I/K key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1333" y="1302290"/>
            <a:ext cx="2881333" cy="481085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1333" y="1302290"/>
            <a:ext cx="2881333" cy="481085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if, input_key, minus_eq, plus_eq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333" y="1783375"/>
            <a:ext cx="2881333" cy="328012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1333" y="1783375"/>
            <a:ext cx="2881333" cy="3280125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if I key pressed: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position.y -= paddle_speed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if K key pressed: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    position.y += paddle_speed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12666" y="690000"/>
            <a:ext cx="2881333" cy="61229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2666" y="690000"/>
            <a:ext cx="2881333" cy="612290"/>
          </a:xfrm>
          <a:prstGeom prst="rect">
            <a:avLst/>
          </a:prstGeom>
          <a:noFill/>
        </p:spPr>
        <p:txBody lIns="60000" rIns="60000" tIns="30000" bIns="20000"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oppins"/>
              </a:rPr>
              <a:t>FC-3 (Bonus)  Random respawn angle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2666" y="1302290"/>
            <a:ext cx="2881333" cy="481085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12666" y="1302290"/>
            <a:ext cx="2881333" cy="481085"/>
          </a:xfrm>
          <a:prstGeom prst="rect">
            <a:avLst/>
          </a:prstGeom>
          <a:noFill/>
        </p:spPr>
        <p:txBody lIns="60000" rIns="60000" tIns="22000" bIns="10000">
          <a:bodyPr wrap="square">
            <a:spAutoFit/>
          </a:bodyPr>
          <a:lstStyle/>
          <a:p>
            <a:pPr algn="l"/>
            <a:r>
              <a:rPr sz="900">
                <a:solidFill>
                  <a:srgbClr val="8A8A8A"/>
                </a:solidFill>
                <a:latin typeface="Poppins"/>
              </a:rPr>
              <a:t>Syntax: </a:t>
            </a:r>
            <a:r>
              <a:rPr sz="900" b="1">
                <a:solidFill>
                  <a:srgbClr val="569CD6"/>
                </a:solidFill>
                <a:latin typeface="Consolas"/>
              </a:rPr>
              <a:t>const, var, func_call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12666" y="1783375"/>
            <a:ext cx="2881333" cy="3280125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2666" y="1783375"/>
            <a:ext cx="2881333" cy="3280125"/>
          </a:xfrm>
          <a:prstGeom prst="rect">
            <a:avLst/>
          </a:prstGeom>
          <a:noFill/>
        </p:spPr>
        <p:txBody lIns="60000" rIns="60000" tIns="30000" bIns="20000"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in reset_ball(), after position reset: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define ANGLE_MIN and ANGLE_MAX constants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pick random: randf_range(ANGLE_MIN, ANGLE_MAX)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ball_speed_x = cos(deg_to_rad(angle))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A9955"/>
                </a:solidFill>
                <a:latin typeface="Consolas"/>
              </a:rPr>
              <a:t># ball_speed_y = sin(deg_to_rad(angle))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