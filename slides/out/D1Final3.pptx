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func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flag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is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and this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d1_box_open.png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d1_box_closed.png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 dirty="0">
                <a:solidFill>
                  <a:srgbClr val="F67400"/>
                </a:solidFill>
                <a:latin typeface="Consolas"/>
              </a:rPr>
              <a:t>5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 dirty="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← NOT indented →</a:t>
            </a:r>
            <a:r>
              <a:rPr lang="en-US" sz="1800" dirty="0">
                <a:solidFill>
                  <a:srgbClr val="CFCFC2"/>
                </a:solidFill>
                <a:latin typeface="Consolas"/>
              </a:rPr>
              <a:t> happens regardless of true/false</a:t>
            </a:r>
            <a:endParaRPr sz="1800" dirty="0">
              <a:solidFill>
                <a:srgbClr val="CFCFC2"/>
              </a:solidFill>
              <a:latin typeface="Consolas"/>
            </a:endParaRPr>
          </a:p>
          <a:p>
            <a:pPr algn="l"/>
            <a:r>
              <a:rPr sz="1800" dirty="0">
                <a:solidFill>
                  <a:srgbClr val="CFCFC2"/>
                </a:solidFill>
                <a:latin typeface="Consolas"/>
              </a:rPr>
              <a:t>  </a:t>
            </a:r>
            <a:r>
              <a:rPr sz="1800" dirty="0">
                <a:solidFill>
                  <a:srgbClr val="7F8C8D"/>
                </a:solidFill>
                <a:latin typeface="Consolas"/>
              </a:rPr>
              <a:t>print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(</a:t>
            </a:r>
            <a:r>
              <a:rPr sz="1800" dirty="0">
                <a:solidFill>
                  <a:srgbClr val="F44F4F"/>
                </a:solidFill>
                <a:latin typeface="Consolas"/>
              </a:rPr>
              <a:t>"done"</a:t>
            </a:r>
            <a:r>
              <a:rPr sz="1800" dirty="0">
                <a:solidFill>
                  <a:srgbClr val="CFCFC2"/>
                </a:solidFill>
                <a:latin typeface="Consolas"/>
              </a:rPr>
              <a:t>)    ← NOT indented → also not inside the box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has_key: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door_locked: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or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= -x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"message"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a name means it's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bundle of code someone already wrote.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came with GDScript. Someone wrote it so we don't have 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We'll learn to write our OWN functions on Day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(below) is another pre-written function you'll use soon.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7A7C7D"/>
                </a:solidFill>
                <a:latin typeface="Consolas"/>
              </a:rPr>
              <a:t># this is a comment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-= amount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36576" rIns="182880" bIns="36576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const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6208</Words>
  <Application>Microsoft Macintosh PowerPoint</Application>
  <PresentationFormat>Widescreen</PresentationFormat>
  <Paragraphs>1073</Paragraphs>
  <Slides>142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7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2</cp:revision>
  <dcterms:created xsi:type="dcterms:W3CDTF">2013-01-27T09:14:16Z</dcterms:created>
  <dcterms:modified xsi:type="dcterms:W3CDTF">2026-06-21T01:54:31Z</dcterms:modified>
  <cp:category/>
</cp:coreProperties>
</file>