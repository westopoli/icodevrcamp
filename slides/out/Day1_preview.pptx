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65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d1_finished_game.png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Two paddles. One ball. No art — every visible thing on screen is just a coloured rectangle controlled by code you'll write.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d1_escape_sim.png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5: you build a VR escape room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one extra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WalkB3.png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Script editor opens on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This is the file you'll edit all 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1575"/>
            <a:ext cx="1127729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i="0" dirty="0">
                <a:solidFill>
                  <a:srgbClr val="1A1A1A"/>
                </a:solidFill>
                <a:latin typeface="Poppins"/>
              </a:rPr>
              <a:t>What does </a:t>
            </a:r>
            <a:r>
              <a:rPr lang="en-US" sz="5400" b="1" dirty="0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5400" i="0" dirty="0">
                <a:solidFill>
                  <a:srgbClr val="1A1A1A"/>
                </a:solidFill>
                <a:latin typeface="Poppins"/>
              </a:rPr>
              <a:t>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 dirty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 dirty="0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 dirty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variable → VALUE that can CHANGE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d1_chunk1a_jar_empty.png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d1_chunk1a_jar_full.png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d1_chunk1a_reference.png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Up 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we already have two variables for the score.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93312" y="5113609"/>
            <a:ext cx="5780587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THREE variables: ball x-speed, ball y-speed, paddle speed. Pick any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score :=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93800" y="3209544"/>
            <a:ext cx="58991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TWO variables — any name, any starting number. Go weird if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31760"/>
            <a:ext cx="5501487" cy="14005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781800" y="4291965"/>
            <a:ext cx="4902200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d1_chunk6a_switch_on.png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d1_chunk6a_switch_off.png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33838" y="2320544"/>
            <a:ext cx="6041662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a true/false variable called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Start it as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is_alive :=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204320"/>
            <a:ext cx="5501487" cy="3055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804230" y="3509010"/>
            <a:ext cx="4930264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[something </a:t>
            </a:r>
            <a:r>
              <a:rPr sz="1800">
                <a:solidFill>
                  <a:srgbClr val="569CD6"/>
                </a:solidFill>
                <a:latin typeface="Consolas"/>
              </a:rPr>
              <a:t>is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  <a:r>
              <a:rPr sz="1800">
                <a:solidFill>
                  <a:srgbClr val="E6E6E6"/>
                </a:solidFill>
                <a:latin typeface="Consolas"/>
              </a:rPr>
              <a:t>]: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do 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and 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d1_chunk6b_hungry.png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Real life is full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94962" y="3699809"/>
            <a:ext cx="5355137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player presses Space → flip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true. While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is still false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freeze the ball.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is_alive ==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913346"/>
            <a:ext cx="5501487" cy="163734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267780" y="4670583"/>
            <a:ext cx="4409870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d1_chunk6b_afterworks.png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F5. The ball sits frozen at the centre until you tap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Space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UPDATE one.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x = x + 1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works — but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x += 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the shortcut every programmer uses for the rest of their life.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Add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ball.position.x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every frame. Same for y. The ball will start moving (and drift off-screen — we'll catch it next).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score = score +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…same thing, shorter: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score +=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298163"/>
            <a:ext cx="5501487" cy="86771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d1_chunk2_afterworks.png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F5, then Space. The ball drifts off the right side of the screen. That's expected — chunk #4 catches it.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d1_chunk4_fork.png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pic>
        <p:nvPicPr>
          <p:cNvPr id="8" name="Picture 7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9389"/>
            <a:ext cx="6766376" cy="14935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right after we move the ball.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ball goes off the top OR bottom → flip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Else → keep going (use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pass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now).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hungry: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eat()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sleep()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124832"/>
            <a:ext cx="5501487" cy="121437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d1_chunk4_afterworks.png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F5, then Space. The ball ricochets off the top and bottom walls now. It still flies off the LEFT and RIGHT sides — chunk #5 fixes that.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ball goes past the right edge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the Output panel. (Real scoring comes in #5.)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21563"/>
            <a:ext cx="5501487" cy="142091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92470" y="4568081"/>
            <a:ext cx="4820080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d1_chunk3_afterworks.png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F5. Let the ball go past the right edge. Look at the Output panel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point!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d1_chunk5_rollercoaster.png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d1_chunk5_scoreboard.png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Player 1: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  vs   Player 2: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36772" y="2987294"/>
            <a:ext cx="5999027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Use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the right edge and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the left edge. Bump the correct score and call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lives ==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game_over()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66375"/>
            <a:ext cx="5501487" cy="133128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92470" y="4120515"/>
            <a:ext cx="4883580" cy="756285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your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#1b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variables ON SCREEN. We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str()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turn numbers into text so we can stick them onto the scoreboard.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Append your two silly variables onto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score_label.text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Decorate with stars, emojis, whatever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label.text = </a:t>
            </a:r>
            <a:r>
              <a:rPr sz="1800">
                <a:solidFill>
                  <a:srgbClr val="CE9178"/>
                </a:solidFill>
                <a:latin typeface="Consolas"/>
              </a:rPr>
              <a:t>"Speed: "</a:t>
            </a:r>
            <a:r>
              <a:rPr sz="1800">
                <a:solidFill>
                  <a:srgbClr val="E6E6E6"/>
                </a:solidFill>
                <a:latin typeface="Consolas"/>
              </a:rPr>
              <a:t> +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(skibidi_speed)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d1_chunk1b_suffix_todo.png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d1_chunk1b_suffix_afterworks.png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it. The scoreboard now shows your skibidi_speed (or whatever you called it) right next to the score.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Five ways to make this Pong YOUR Pong. Pick the ones you want — do them in any order.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at the top of the Scene panel (top-left).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Scroll down to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Script 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section — that's where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live.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colour swatch next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colour picker pops up. Pick anything you like.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Do the same for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Press Enter or click outside the picker to close it.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d1_beat1_result.png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save the scene,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run. Your new colours are live.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d1_beat2_step1.png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Find your chunk #1a line: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ball_speed_x := 6.0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d1_beat2_step2.png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change it — higher for a faster ball, lower for slower. Try the 3–12 range. Save (Ctrl+S), run (F5).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colours were in the Inspector but speeds weren't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colour variables have a special word in front: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means: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show this variable in the Inspector so I can change it without opening the code.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speeds don't have it — so you change them in the code instead. Same idea, two doors in.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d1_beat3_step1.png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chunk #1b variables (around line 46). Rename either one to something funnier.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d1_beat3_step2.png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 renamed a variable, also fix it on the scoreboard line (around line 121). The name there must match the new name exactly, or the game errors. Save, run.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d1_beat4_step1.png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Find the scoreboard-suffix line (around line 121). Swap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★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characters for any emoji — on Windows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 + 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open the emoji picker.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d1_beat4_result.png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Add extra text, more emoji, more variables. Make the scoreboard as loud as you want. Save, run.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d1_beat5_step1.png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Scroll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spin_from_paddle()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(around line 149). This is code we wrote for you — you can read it and tweak it.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d1_beat5_step2.png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Change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8.0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end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 hit_offset * 8.0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higher = steeper bounce off the paddle edge, lower = softer. Save, run, feel the difference.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Final Challenge —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player2.gd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Kick out the computer. Make Pong 2-player — your friend plays the right paddle on the I and K keys.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 1 — turn the AI off" → "reading code +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comment out lines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 2 — I/K keys move the paddle" → "chunk #1a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+ chunk #3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d1_fc_2player.png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now the right paddle is a computer. After this challenge, a real second player controls it — I = up, K = down. Pong becomes 2-player.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d1_fc_step1_where.png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The 5 lines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start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ball_middle = 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down through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position.y -= ai_speed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AI playing itself.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d1_fc_step1_done.png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Select those 5 lines and comment them out — put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start of each, or select them and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Run (F5): the right paddle should now sit still.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d1_fc_step2_where.png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the AI block, under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banner,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block. That's where you make the I and K keys move the paddle.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 moves up (subtract), K moves down (add). Use your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Same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shape as this morning.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d1_fc_step2_todo.png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Save the scene with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click into the script editor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again. No asterisks left next to the tab names = everything's saved.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 → Export…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window, select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preset. (Your instructor set this up already.)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bottom-right of the window.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d1_export_step5.png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Pick a folder for your game — e.g. make a new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MyPong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on the Desktop.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d1_export_step6.png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Uncheck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With Debug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it keeps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smaller.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d1_export_step7.png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d1_export_step8.png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two files into your folder: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&lt;name&gt;.exe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game)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&lt;name&gt;.pck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(its data). Keep them together.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d1_export_step9.png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Your Pong runs — no Godot, no code editor, just your game.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4689</Words>
  <Application>Microsoft Office PowerPoint</Application>
  <PresentationFormat>Widescreen</PresentationFormat>
  <Paragraphs>853</Paragraphs>
  <Slides>135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135</vt:i4>
      </vt:variant>
    </vt:vector>
  </HeadingPairs>
  <TitlesOfParts>
    <vt:vector size="140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10</cp:revision>
  <dcterms:created xsi:type="dcterms:W3CDTF">2013-01-27T09:14:16Z</dcterms:created>
  <dcterms:modified xsi:type="dcterms:W3CDTF">2026-06-09T01:13:36Z</dcterms:modified>
  <cp:category/>
</cp:coreProperties>
</file>