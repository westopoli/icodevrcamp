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ball_speed_x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ball_speed_y := </a:t>
            </a:r>
            <a:r>
              <a:rPr sz="1800">
                <a:solidFill>
                  <a:srgbClr val="F67400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paddle_speed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lives := </a:t>
            </a:r>
            <a:r>
              <a:rPr sz="14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speed :=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skibidi_speed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gyatt_factor := </a:t>
            </a:r>
            <a:r>
              <a:rPr sz="18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skibidi_speed := </a:t>
            </a:r>
            <a:r>
              <a:rPr sz="14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ohio_rizz := </a:t>
            </a:r>
            <a:r>
              <a:rPr sz="1400">
                <a:solidFill>
                  <a:srgbClr val="F67400"/>
                </a:solidFill>
                <a:latin typeface="Consolas"/>
              </a:rPr>
              <a:t>7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gyatt_factor := </a:t>
            </a:r>
            <a:r>
              <a:rPr sz="14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ball_moving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is_alive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door_locked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ball_moving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is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and this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d1_box_open.png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d1_box_closed.png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← NOT indented → NOT inside the box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← NOT indented → also not inside the box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true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false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ball_moving =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==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(KEY_SPACE):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variable 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variable ==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ball.position.y += ball_speed_y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= x +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+=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var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upper_border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=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var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lower_border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= SCREEN_H - BALL_SIZE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ball.position.y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&lt;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upper_border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endParaRPr lang="en-US" sz="18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lang="en-US"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or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ball.position.y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&gt;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lower_border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ball_speed_y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= -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ball_speed_y</a:t>
            </a:r>
            <a:endParaRPr sz="18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else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or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"point!"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"your message here"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a name means it's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bundle of code someone already wrote.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came with GDScript. Someone wrote it so we don't have 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We'll learn to write our OWN functions on Day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(below) is another pre-written function you'll use soon.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left_score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right_score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left_score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8E44AD"/>
                </a:solidFill>
                <a:latin typeface="Consolas"/>
              </a:rPr>
              <a:t>reset_ball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+ </a:t>
            </a:r>
            <a:r>
              <a:rPr sz="1800">
                <a:solidFill>
                  <a:srgbClr val="F44F4F"/>
                </a:solidFill>
                <a:latin typeface="Consolas"/>
              </a:rPr>
              <a:t>"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(your_variable)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more text"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★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 — comment out (Ctrl+K)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put # at start of each AI line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(KEY_I):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-= paddle_speed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(KEY_K):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+= paddle_speed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const ANGLE_MIN := -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const ANGLE_MAX :=  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angle = </a:t>
            </a:r>
            <a:r>
              <a:rPr sz="1400">
                <a:solidFill>
                  <a:srgbClr val="8E44AD"/>
                </a:solidFill>
                <a:latin typeface="Consolas"/>
              </a:rPr>
              <a:t>randf_range</a:t>
            </a:r>
            <a:r>
              <a:rPr sz="1400">
                <a:solidFill>
                  <a:srgbClr val="CFCFC2"/>
                </a:solidFill>
                <a:latin typeface="Consolas"/>
              </a:rPr>
              <a:t>(ANGLE_MIN, ANGLE_MAX)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ball_speed_x = </a:t>
            </a:r>
            <a:r>
              <a:rPr sz="1400">
                <a:solidFill>
                  <a:srgbClr val="7F8C8D"/>
                </a:solidFill>
                <a:latin typeface="Consolas"/>
              </a:rPr>
              <a:t>cos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ball_speed_y = </a:t>
            </a:r>
            <a:r>
              <a:rPr sz="1400">
                <a:solidFill>
                  <a:srgbClr val="7F8C8D"/>
                </a:solidFill>
                <a:latin typeface="Consolas"/>
              </a:rPr>
              <a:t>sin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6319</Words>
  <Application>Microsoft Macintosh PowerPoint</Application>
  <PresentationFormat>Widescreen</PresentationFormat>
  <Paragraphs>1055</Paragraphs>
  <Slides>141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6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3</cp:revision>
  <dcterms:created xsi:type="dcterms:W3CDTF">2013-01-27T09:14:16Z</dcterms:created>
  <dcterms:modified xsi:type="dcterms:W3CDTF">2026-06-21T01:29:24Z</dcterms:modified>
  <cp:category/>
</cp:coreProperties>
</file>