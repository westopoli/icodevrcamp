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2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ghost_personalities.gd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spawn_personality_ghosts()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i in range(PERSONALITY_COUNT):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spawn_one_personality(i)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step_all_personality_ghosts()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step_personality(ghost)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1430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count_ghosts_of(personality) -&gt; 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count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ghost.get_meta("personality") == personality: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count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get_meta() reads the tag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reset_personality_ghosts()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3922776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3945636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i := 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ghost in ghosts: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respawn_personality_ghost(ghost, i)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 +=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455371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i tracks the slot index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  target_for(ghost) -&gt; Vector2i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3922776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3945636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p = ghost.get_meta("personality")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BLINKY:  return blinky_target(ghost)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PINKY:   return pinky_target(ghost)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p == INKY:    return inky_target(ghost)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clyde_target(ghost)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469087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  --  get_meta + return inside 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3694176"/>
            <a:ext cx="391149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3694176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3726180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is_clyde_close(ghost) -&gt; bool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3922776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3945636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d := distance_to_player(ghost)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d &lt; 8.0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4279392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return a comparison directly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3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endless_mode.gd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state variables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spawn_timer: float = 0.0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difficulty: int 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spawn_interval: float = SPAWN_INTERVAL_START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spawn_queue: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clear_streak: int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55448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FC-2a  queue_spawn(t)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spawn_queue.append(t)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#2a  --  .append() adds to back of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FC-2b  take_next_spawn()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457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t: String = spawn_queue.pop_front()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main.spawn_enemy(random_edge(), t)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main.coins += STREAK_BONUS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28016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#2b  --  .pop_front() removes from front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4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per-frame buff sweep  (inside endless_tick)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endless_buff(e, delta)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t in main.towers: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buff_tower(t, delta)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#3  --  two for-loops back to 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9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4009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153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FC-4  buff_all(enemy_list, delta)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6674" y="2877312"/>
            <a:ext cx="3838346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31538" y="2900172"/>
            <a:ext cx="37286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enemy_list: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endless_buff(e, delta)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1538" y="323392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#4  --  list arrives as a parameter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4748" y="2648712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4748" y="2648712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2680716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FC-5a  get_fastest_enemy() -&gt; Node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61324" y="2877312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6188" y="2900172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e.speed &gt; best_speed: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fastest = e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best_speed = e.speed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3508248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#5a  --  track best as you loop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54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54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68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FC-5b  get_wounded_enemies() -&gt; Array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" y="4968240"/>
            <a:ext cx="3838346" cy="7315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" y="4991100"/>
            <a:ext cx="372861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result: Array = []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for e in main.enemies: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if e.hp &lt;= WOUNDED_HP_THRESHOLD: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result.append(e)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return 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" y="573633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#5b  --  build + return a new list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009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4009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3153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FC-6  escalate()  match branches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6674" y="4968240"/>
            <a:ext cx="3838346" cy="5943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31538" y="4991100"/>
            <a:ext cx="3728618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var t = pick_type_for_band(band)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# easy:   x1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queue_spawn(t)        # medium: x2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# hard: x3   insane: x4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31538" y="559917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#6  --  repeat queue_spawn per difficulty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4748" y="4739640"/>
            <a:ext cx="3911498" cy="2017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24748" y="4739640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6188" y="4771644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FC-7  check_for_screen_clear()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61324" y="4968240"/>
            <a:ext cx="3838346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6188" y="4991100"/>
            <a:ext cx="372861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if main.enemies.size() == 0 \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    and spawn_queue.size() == 0: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clear_streak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difficulty += 1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spawn_interval *= SPAWN_INTERVAL_SHRINK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main.base_hp += BASE_HP_REGEN_PER_CLEAR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escalate()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6188" y="6010656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mirrors Chunk #7  --  .size()==0 on both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Poppins"/>
              </a:rPr>
              <a:t>Day 4  --  Final Challenge Syntax</a:t>
            </a:r>
            <a:r>
              <a:rPr sz="1000" b="0" i="0">
                <a:solidFill>
                  <a:srgbClr val="8A8A8A"/>
                </a:solidFill>
                <a:latin typeface="Poppins"/>
              </a:rPr>
              <a:t>   final_challenge.gd  /  player.gd  /  main.gd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4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FC-1  Fill your character's stats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" y="786384"/>
            <a:ext cx="3838346" cy="10058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" y="809244"/>
            <a:ext cx="3728618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const CUSTOM_CHARACTER := {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"display_name": "YourName",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"walk_speed":   250.0,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"jump_impulse": 540.0,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"attack_damage": 12,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"attack_type": "custom",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" y="182880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Change any values -- keep  attack_type: "custom"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009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4009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153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FC-2  Register in main.gd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6674" y="786384"/>
            <a:ext cx="3838346" cy="182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1538" y="809244"/>
            <a:ext cx="372861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CHARACTERS["custom"] = CUSTOM_CHARACTER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1538" y="10058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In main.gd _ready(), after CHARACTERS is 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4748" y="557784"/>
            <a:ext cx="3911498" cy="61996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4748" y="557784"/>
            <a:ext cx="3911498" cy="2011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6188" y="589788"/>
            <a:ext cx="372861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 b="1" i="0">
                <a:solidFill>
                  <a:srgbClr val="FFFFFF"/>
                </a:solidFill>
                <a:latin typeface="Poppins"/>
              </a:rPr>
              <a:t>FC-3  Custom attack  (player.gd)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1324" y="786384"/>
            <a:ext cx="3838346" cy="8686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6188" y="809244"/>
            <a:ext cx="3728618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"custom":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opponent.take_damage(attack_damage)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examples: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hp += 10              -&gt; heal yourself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spawn_projectile()    -&gt; fire a shot</a:t>
            </a:r>
          </a:p>
          <a:p>
            <a:pPr>
              <a:spcBef>
                <a:spcPts val="0"/>
              </a:spcBef>
            </a:pPr>
            <a:r>
              <a:rPr sz="800" b="0" i="0">
                <a:solidFill>
                  <a:srgbClr val="E6E6E6"/>
                </a:solidFill>
                <a:latin typeface="Consolas"/>
              </a:rPr>
              <a:t>    # take_damage() twice   -&gt; double 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188" y="1691640"/>
            <a:ext cx="372861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50" b="0" i="1">
                <a:solidFill>
                  <a:srgbClr val="8A8A8A"/>
                </a:solidFill>
                <a:latin typeface="Poppins"/>
              </a:rPr>
              <a:t>Add a "custom": branch in the attack() match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