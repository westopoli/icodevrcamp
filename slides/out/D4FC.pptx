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"/>
            <a:ext cx="68580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Final Challenge — Board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33272"/>
            <a:ext cx="371642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371642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33272"/>
            <a:ext cx="3496970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FC-1  </a:t>
            </a:r>
            <a:r>
              <a:rPr sz="1200" b="0">
                <a:solidFill>
                  <a:srgbClr val="FFFFFF"/>
                </a:solidFill>
                <a:latin typeface="Poppins"/>
              </a:rPr>
              <a:t>CUSTOM_CHARACTER 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99032"/>
            <a:ext cx="3496970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Chunks #1 +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764792"/>
            <a:ext cx="3496970" cy="4818888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569CD6"/>
                </a:solidFill>
                <a:latin typeface="Consolas"/>
              </a:rPr>
              <a:t>const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CUSTOM_CHARACTER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:=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"display_name"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"MyFighter"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"sprite"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"res://assets/.../tile_0004.png"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"tint"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4EC9B0"/>
                </a:solidFill>
                <a:latin typeface="Consolas"/>
              </a:rPr>
              <a:t>Color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B5CEA8"/>
                </a:solidFill>
                <a:latin typeface="Consolas"/>
              </a:rPr>
              <a:t>1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"walk_speed"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250.0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"jump_impulse"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540.0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"attack_type"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"attack_damage"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12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"attack_cooldown"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0.6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"attack_range"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0.0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"projectile_speed"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0.0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"projectile_gravity_scale"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0.0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7634" y="1033272"/>
            <a:ext cx="371642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7634" y="1033272"/>
            <a:ext cx="371642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7362" y="1033272"/>
            <a:ext cx="3496970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FC-2  </a:t>
            </a:r>
            <a:r>
              <a:rPr sz="1200" b="0">
                <a:solidFill>
                  <a:srgbClr val="FFFFFF"/>
                </a:solidFill>
                <a:latin typeface="Poppins"/>
              </a:rPr>
              <a:t>register in main.gd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7362" y="1399032"/>
            <a:ext cx="3496970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7362" y="1764792"/>
            <a:ext cx="3496970" cy="4818888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6A9955"/>
                </a:solidFill>
                <a:latin typeface="Consolas"/>
              </a:rPr>
              <a:t># In main.gd _ready():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CHARACTERS</a:t>
            </a:r>
            <a:r>
              <a:rPr sz="1200">
                <a:solidFill>
                  <a:srgbClr val="E6E6E6"/>
                </a:solidFill>
                <a:latin typeface="Consolas"/>
              </a:rPr>
              <a:t>[</a:t>
            </a:r>
            <a:r>
              <a:rPr sz="120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>
                <a:solidFill>
                  <a:srgbClr val="E6E6E6"/>
                </a:solidFill>
                <a:latin typeface="Consolas"/>
              </a:rPr>
              <a:t>]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CUSTOM_CHARACTER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# Update char-select keys array:</a:t>
            </a:r>
          </a:p>
          <a:p>
            <a:r>
              <a:rPr sz="1200">
                <a:solidFill>
                  <a:srgbClr val="569CD6"/>
                </a:solidFill>
                <a:latin typeface="Consolas"/>
              </a:rPr>
              <a:t>var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keys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[</a:t>
            </a:r>
            <a:r>
              <a:rPr sz="1200">
                <a:solidFill>
                  <a:srgbClr val="CE9178"/>
                </a:solidFill>
                <a:latin typeface="Consolas"/>
              </a:rPr>
              <a:t>"knight"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"ninja"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"mage"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"archer"</a:t>
            </a:r>
            <a:r>
              <a:rPr sz="1200">
                <a:solidFill>
                  <a:srgbClr val="E6E6E6"/>
                </a:solidFill>
                <a:latin typeface="Consolas"/>
              </a:rPr>
              <a:t>,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"custom"</a:t>
            </a:r>
            <a:r>
              <a:rPr sz="12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5228" y="1033272"/>
            <a:ext cx="3716426" cy="566013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5228" y="1033272"/>
            <a:ext cx="3716426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4956" y="1033272"/>
            <a:ext cx="3496970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FC-3  </a:t>
            </a:r>
            <a:r>
              <a:rPr sz="1200" b="0">
                <a:solidFill>
                  <a:srgbClr val="FFFFFF"/>
                </a:solidFill>
                <a:latin typeface="Poppins"/>
              </a:rPr>
              <a:t>custom attack()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4956" y="1399032"/>
            <a:ext cx="3496970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Chunks #6 + #7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956" y="1764792"/>
            <a:ext cx="3496970" cy="4818888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6A9955"/>
                </a:solidFill>
                <a:latin typeface="Consolas"/>
              </a:rPr>
              <a:t># Invent anything — patterns available: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opponent</a:t>
            </a:r>
            <a:r>
              <a:rPr sz="1200">
                <a:solidFill>
                  <a:srgbClr val="E6E6E6"/>
                </a:solidFill>
                <a:latin typeface="Consolas"/>
              </a:rPr>
              <a:t>.</a:t>
            </a:r>
            <a:r>
              <a:rPr sz="1200">
                <a:solidFill>
                  <a:srgbClr val="DCDCAA"/>
                </a:solidFill>
                <a:latin typeface="Consolas"/>
              </a:rPr>
              <a:t>take_damage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N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6A9955"/>
                </a:solidFill>
                <a:latin typeface="Consolas"/>
              </a:rPr>
              <a:t># deal damage</a:t>
            </a:r>
          </a:p>
          <a:p>
            <a:r>
              <a:rPr sz="1200">
                <a:solidFill>
                  <a:srgbClr val="DCDCAA"/>
                </a:solidFill>
                <a:latin typeface="Consolas"/>
              </a:rPr>
              <a:t>spawn_projectile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6A9955"/>
                </a:solidFill>
                <a:latin typeface="Consolas"/>
              </a:rPr>
              <a:t># fire projectile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hp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+=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N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6A9955"/>
                </a:solidFill>
                <a:latin typeface="Consolas"/>
              </a:rPr>
              <a:t># heal yourself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melee_swing_timer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0.15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6A9955"/>
                </a:solidFill>
                <a:latin typeface="Consolas"/>
              </a:rPr>
              <a:t># draw swing arc</a:t>
            </a:r>
          </a:p>
          <a:p>
            <a:r>
              <a:rPr sz="1200">
                <a:solidFill>
                  <a:srgbClr val="DCDCAA"/>
                </a:solidFill>
                <a:latin typeface="Consolas"/>
              </a:rPr>
              <a:t>queue_redraw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# Multiple actions per attack are fine.</a:t>
            </a:r>
          </a:p>
          <a:p>
            <a:r>
              <a:rPr sz="1200">
                <a:solidFill>
                  <a:srgbClr val="6A9955"/>
                </a:solidFill>
                <a:latin typeface="Consolas"/>
              </a:rPr>
              <a:t># No fixed shape — this is your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