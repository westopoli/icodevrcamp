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60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" y="50000"/>
            <a:ext cx="448731" cy="34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44000" y="100000"/>
            <a:ext cx="1100000" cy="250000"/>
          </a:xfrm>
          <a:prstGeom prst="rect">
            <a:avLst/>
          </a:prstGeom>
          <a:noFill/>
        </p:spPr>
        <p:txBody lIns="30000" rIns="80000" tIns="20000" bIns="20000"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53A2C"/>
                </a:solidFill>
                <a:latin typeface="Poppins"/>
              </a:rPr>
              <a:t>DAY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" y="490000"/>
            <a:ext cx="8844000" cy="230000"/>
          </a:xfrm>
          <a:prstGeom prst="rect">
            <a:avLst/>
          </a:prstGeom>
          <a:noFill/>
        </p:spPr>
        <p:txBody lIns="60000" rIns="60000" tIns="20000" bIns="20000"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A1A1A"/>
                </a:solidFill>
                <a:latin typeface="Poppins"/>
              </a:rPr>
              <a:t>Final Challenge — all 3 holes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50000" y="690000"/>
            <a:ext cx="2881333" cy="61229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000" y="690000"/>
            <a:ext cx="2881333" cy="612290"/>
          </a:xfrm>
          <a:prstGeom prst="rect">
            <a:avLst/>
          </a:prstGeom>
          <a:noFill/>
        </p:spPr>
        <p:txBody lIns="60000" rIns="60000" tIns="30000" bIns="20000"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Poppins"/>
              </a:rPr>
              <a:t>FC-1  CUSTOM_CHARACTER dict</a:t>
            </a:r>
          </a:p>
        </p:txBody>
      </p:sp>
      <p:sp>
        <p:nvSpPr>
          <p:cNvPr id="9" name="Rectangle 8"/>
          <p:cNvSpPr/>
          <p:nvPr/>
        </p:nvSpPr>
        <p:spPr>
          <a:xfrm>
            <a:off x="150000" y="1302290"/>
            <a:ext cx="2881333" cy="481085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0000" y="1302290"/>
            <a:ext cx="2881333" cy="481085"/>
          </a:xfrm>
          <a:prstGeom prst="rect">
            <a:avLst/>
          </a:prstGeom>
          <a:noFill/>
        </p:spPr>
        <p:txBody lIns="60000" rIns="60000" tIns="22000" bIns="10000">
          <a:bodyPr wrap="square">
            <a:spAutoFit/>
          </a:bodyPr>
          <a:lstStyle/>
          <a:p>
            <a:pPr algn="l"/>
            <a:r>
              <a:rPr sz="900">
                <a:solidFill>
                  <a:srgbClr val="8A8A8A"/>
                </a:solidFill>
                <a:latin typeface="Poppins"/>
              </a:rPr>
              <a:t>Syntax: </a:t>
            </a:r>
            <a:r>
              <a:rPr sz="900" b="1">
                <a:solidFill>
                  <a:srgbClr val="569CD6"/>
                </a:solidFill>
                <a:latin typeface="Consolas"/>
              </a:rPr>
              <a:t>var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0000" y="1783375"/>
            <a:ext cx="2881333" cy="3280125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0000" y="1783375"/>
            <a:ext cx="2881333" cy="3280125"/>
          </a:xfrm>
          <a:prstGeom prst="rect">
            <a:avLst/>
          </a:prstGeom>
          <a:noFill/>
        </p:spPr>
        <p:txBody lIns="60000" rIns="60000" tIns="30000" bIns="20000"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A9955"/>
                </a:solidFill>
                <a:latin typeface="Consolas"/>
              </a:rPr>
              <a:t># Fill all 11 keys: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A9955"/>
                </a:solidFill>
                <a:latin typeface="Consolas"/>
              </a:rPr>
              <a:t># "display_name": "YourName"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A9955"/>
                </a:solidFill>
                <a:latin typeface="Consolas"/>
              </a:rPr>
              <a:t># "sprite": "tile_XXXX.png"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A9955"/>
                </a:solidFill>
                <a:latin typeface="Consolas"/>
              </a:rPr>
              <a:t># "tint": Color(r, g, b)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A9955"/>
                </a:solidFill>
                <a:latin typeface="Consolas"/>
              </a:rPr>
              <a:t># "walk_speed", "jump_impulse"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A9955"/>
                </a:solidFill>
                <a:latin typeface="Consolas"/>
              </a:rPr>
              <a:t># "attack_type": "custom"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A9955"/>
                </a:solidFill>
                <a:latin typeface="Consolas"/>
              </a:rPr>
              <a:t># "attack_damage", "attack_cooldown"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A9955"/>
                </a:solidFill>
                <a:latin typeface="Consolas"/>
              </a:rPr>
              <a:t># "attack_range", "projectile_speed"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A9955"/>
                </a:solidFill>
                <a:latin typeface="Consolas"/>
              </a:rPr>
              <a:t># "projectile_gravity_scale"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31333" y="690000"/>
            <a:ext cx="2881333" cy="61229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31333" y="690000"/>
            <a:ext cx="2881333" cy="612290"/>
          </a:xfrm>
          <a:prstGeom prst="rect">
            <a:avLst/>
          </a:prstGeom>
          <a:noFill/>
        </p:spPr>
        <p:txBody lIns="60000" rIns="60000" tIns="30000" bIns="20000"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Poppins"/>
              </a:rPr>
              <a:t>FC-2  Register in CHARACTERS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31333" y="1302290"/>
            <a:ext cx="2881333" cy="481085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31333" y="1302290"/>
            <a:ext cx="2881333" cy="481085"/>
          </a:xfrm>
          <a:prstGeom prst="rect">
            <a:avLst/>
          </a:prstGeom>
          <a:noFill/>
        </p:spPr>
        <p:txBody lIns="60000" rIns="60000" tIns="22000" bIns="10000">
          <a:bodyPr wrap="square">
            <a:spAutoFit/>
          </a:bodyPr>
          <a:lstStyle/>
          <a:p>
            <a:pPr algn="l"/>
            <a:r>
              <a:rPr sz="900">
                <a:solidFill>
                  <a:srgbClr val="8A8A8A"/>
                </a:solidFill>
                <a:latin typeface="Poppins"/>
              </a:rPr>
              <a:t>Syntax: </a:t>
            </a:r>
            <a:r>
              <a:rPr sz="900" b="1">
                <a:solidFill>
                  <a:srgbClr val="569CD6"/>
                </a:solidFill>
                <a:latin typeface="Consolas"/>
              </a:rPr>
              <a:t>func_call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31333" y="1783375"/>
            <a:ext cx="2881333" cy="3280125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31333" y="1783375"/>
            <a:ext cx="2881333" cy="3280125"/>
          </a:xfrm>
          <a:prstGeom prst="rect">
            <a:avLst/>
          </a:prstGeom>
          <a:noFill/>
        </p:spPr>
        <p:txBody lIns="60000" rIns="60000" tIns="30000" bIns="20000"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A9955"/>
                </a:solidFill>
                <a:latin typeface="Consolas"/>
              </a:rPr>
              <a:t># In main.gd _ready():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A9955"/>
                </a:solidFill>
                <a:latin typeface="Consolas"/>
              </a:rPr>
              <a:t># CHARACTERS["custom"] = CUSTOM_CHARACTER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A9955"/>
                </a:solidFill>
                <a:latin typeface="Consolas"/>
              </a:rPr>
              <a:t># Add "custom" to keys array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A9955"/>
                </a:solidFill>
                <a:latin typeface="Consolas"/>
              </a:rPr>
              <a:t># Update title_label.text: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A9955"/>
                </a:solidFill>
                <a:latin typeface="Consolas"/>
              </a:rPr>
              <a:t>#     "5 = YourName"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12666" y="690000"/>
            <a:ext cx="2881333" cy="61229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12666" y="690000"/>
            <a:ext cx="2881333" cy="612290"/>
          </a:xfrm>
          <a:prstGeom prst="rect">
            <a:avLst/>
          </a:prstGeom>
          <a:noFill/>
        </p:spPr>
        <p:txBody lIns="60000" rIns="60000" tIns="30000" bIns="20000"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Poppins"/>
              </a:rPr>
              <a:t>FC-3  custom attack branch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12666" y="1302290"/>
            <a:ext cx="2881333" cy="481085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12666" y="1302290"/>
            <a:ext cx="2881333" cy="481085"/>
          </a:xfrm>
          <a:prstGeom prst="rect">
            <a:avLst/>
          </a:prstGeom>
          <a:noFill/>
        </p:spPr>
        <p:txBody lIns="60000" rIns="60000" tIns="22000" bIns="10000">
          <a:bodyPr wrap="square">
            <a:spAutoFit/>
          </a:bodyPr>
          <a:lstStyle/>
          <a:p>
            <a:pPr algn="l"/>
            <a:r>
              <a:rPr sz="900">
                <a:solidFill>
                  <a:srgbClr val="8A8A8A"/>
                </a:solidFill>
                <a:latin typeface="Poppins"/>
              </a:rPr>
              <a:t>Syntax: </a:t>
            </a:r>
            <a:r>
              <a:rPr sz="900" b="1">
                <a:solidFill>
                  <a:srgbClr val="569CD6"/>
                </a:solidFill>
                <a:latin typeface="Consolas"/>
              </a:rPr>
              <a:t>match_stmt, if, func_call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12666" y="1783375"/>
            <a:ext cx="2881333" cy="3280125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12666" y="1783375"/>
            <a:ext cx="2881333" cy="3280125"/>
          </a:xfrm>
          <a:prstGeom prst="rect">
            <a:avLst/>
          </a:prstGeom>
          <a:noFill/>
        </p:spPr>
        <p:txBody lIns="60000" rIns="60000" tIns="30000" bIns="20000"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A9955"/>
                </a:solidFill>
                <a:latin typeface="Consolas"/>
              </a:rPr>
              <a:t># In player.gd attack():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A9955"/>
                </a:solidFill>
                <a:latin typeface="Consolas"/>
              </a:rPr>
              <a:t># "custom":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A9955"/>
                </a:solidFill>
                <a:latin typeface="Consolas"/>
              </a:rPr>
              <a:t>#     opponent.take_damage(attack_damage)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A9955"/>
                </a:solidFill>
                <a:latin typeface="Consolas"/>
              </a:rPr>
              <a:t>#     # — or any of these —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A9955"/>
                </a:solidFill>
                <a:latin typeface="Consolas"/>
              </a:rPr>
              <a:t>#     # spawn_projectile()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A9955"/>
                </a:solidFill>
                <a:latin typeface="Consolas"/>
              </a:rPr>
              <a:t>#     # hp += 5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A9955"/>
                </a:solidFill>
                <a:latin typeface="Consolas"/>
              </a:rPr>
              <a:t>#     # anything you want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