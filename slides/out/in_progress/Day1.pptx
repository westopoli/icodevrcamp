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8" r:id="rId46"/>
    <p:sldId id="309" r:id="rId47"/>
    <p:sldId id="311" r:id="rId48"/>
    <p:sldId id="312" r:id="rId49"/>
    <p:sldId id="313" r:id="rId50"/>
    <p:sldId id="314" r:id="rId51"/>
    <p:sldId id="315" r:id="rId52"/>
    <p:sldId id="398" r:id="rId53"/>
    <p:sldId id="326" r:id="rId54"/>
    <p:sldId id="327" r:id="rId55"/>
    <p:sldId id="328" r:id="rId56"/>
    <p:sldId id="316" r:id="rId57"/>
    <p:sldId id="317" r:id="rId58"/>
    <p:sldId id="320" r:id="rId59"/>
    <p:sldId id="321" r:id="rId60"/>
    <p:sldId id="322" r:id="rId61"/>
    <p:sldId id="323" r:id="rId62"/>
    <p:sldId id="324" r:id="rId63"/>
    <p:sldId id="325" r:id="rId64"/>
    <p:sldId id="329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285" r:id="rId88"/>
    <p:sldId id="353" r:id="rId89"/>
    <p:sldId id="287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384" r:id="rId120"/>
    <p:sldId id="385" r:id="rId121"/>
    <p:sldId id="386" r:id="rId122"/>
    <p:sldId id="387" r:id="rId123"/>
    <p:sldId id="388" r:id="rId124"/>
    <p:sldId id="389" r:id="rId125"/>
    <p:sldId id="390" r:id="rId126"/>
    <p:sldId id="391" r:id="rId127"/>
    <p:sldId id="392" r:id="rId128"/>
    <p:sldId id="393" r:id="rId129"/>
    <p:sldId id="394" r:id="rId130"/>
    <p:sldId id="395" r:id="rId131"/>
    <p:sldId id="396" r:id="rId132"/>
    <p:sldId id="397" r:id="rId1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88"/>
    <p:restoredTop sz="94638"/>
  </p:normalViewPr>
  <p:slideViewPr>
    <p:cSldViewPr snapToGrid="0" snapToObjects="1">
      <p:cViewPr varScale="1">
        <p:scale>
          <a:sx n="173" d="100"/>
          <a:sy n="173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(today)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late 1990s —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2P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Fighter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Game</a:t>
            </a:r>
            <a:endParaRPr sz="2000" b="0" i="0" dirty="0">
              <a:solidFill>
                <a:srgbClr val="1A1A1A"/>
              </a:solidFill>
              <a:latin typeface="Poppins"/>
            </a:endParaRP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2020s —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VR Escape Room</a:t>
            </a:r>
            <a:endParaRPr sz="2000" b="0" i="0" dirty="0">
              <a:solidFill>
                <a:srgbClr val="1A1A1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592" y="1051560"/>
            <a:ext cx="116069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 err="1">
                <a:solidFill>
                  <a:srgbClr val="1A1A1A"/>
                </a:solidFill>
                <a:latin typeface="Poppins"/>
              </a:rPr>
              <a:t>GDScript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is 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essentially 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Python</a:t>
            </a:r>
            <a:r>
              <a:rPr lang="en-US" sz="3600" b="1" dirty="0">
                <a:solidFill>
                  <a:srgbClr val="1A1A1A"/>
                </a:solidFill>
                <a:latin typeface="Poppins"/>
              </a:rPr>
              <a:t>, small differences</a:t>
            </a:r>
            <a:endParaRPr sz="36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2448908"/>
            <a:ext cx="4236598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to select it.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Actua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l location depends on where your instructor put it </a:t>
            </a:r>
          </a:p>
          <a:p>
            <a:pPr algn="l"/>
            <a:endParaRPr lang="en-US" sz="2000" b="0" i="0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  <a:p>
            <a:pPr algn="l"/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Personally I slap it in downloads</a:t>
            </a:r>
            <a:endParaRPr sz="1500" b="0" i="0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BFF0B-C61B-F31C-62DE-8075A6C9BDB0}"/>
              </a:ext>
            </a:extLst>
          </p:cNvPr>
          <p:cNvSpPr/>
          <p:nvPr/>
        </p:nvSpPr>
        <p:spPr>
          <a:xfrm>
            <a:off x="632939" y="3726179"/>
            <a:ext cx="1334083" cy="1366815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Gotta vary bro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 err="1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 dirty="0">
                <a:solidFill>
                  <a:srgbClr val="8A8A8A"/>
                </a:solidFill>
                <a:latin typeface="Consolas"/>
              </a:rPr>
              <a:t> = </a:t>
            </a:r>
            <a:r>
              <a:rPr lang="en-US" sz="2400" b="0" i="0" dirty="0">
                <a:solidFill>
                  <a:srgbClr val="8A8A8A"/>
                </a:solidFill>
                <a:latin typeface="Consolas"/>
              </a:rPr>
              <a:t>8</a:t>
            </a:r>
            <a:endParaRPr sz="2400" b="0" i="0" dirty="0">
              <a:solidFill>
                <a:srgbClr val="8A8A8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 err="1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 dirty="0">
                <a:solidFill>
                  <a:srgbClr val="8A8A8A"/>
                </a:solidFill>
                <a:latin typeface="Consolas"/>
              </a:rPr>
              <a:t> = </a:t>
            </a:r>
            <a:r>
              <a:rPr lang="en-US" sz="2400" dirty="0">
                <a:solidFill>
                  <a:srgbClr val="8A8A8A"/>
                </a:solidFill>
                <a:latin typeface="Consolas"/>
              </a:rPr>
              <a:t>5</a:t>
            </a:r>
            <a:endParaRPr sz="2400" b="0" i="0" dirty="0">
              <a:solidFill>
                <a:srgbClr val="8A8A8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How 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do 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video game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s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 use variables?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TODO #1 - 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624131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9898" y="1874520"/>
            <a:ext cx="4844596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Three variables —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left ball speed,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8A8A8A"/>
                </a:solidFill>
                <a:latin typeface="Poppins"/>
              </a:rPr>
              <a:t>This is 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just one 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approach — 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code is cool because there isn’t only one way of doing something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These variable names are the specific ones the game is expecting.</a:t>
            </a:r>
          </a:p>
          <a:p>
            <a:pPr algn="l"/>
            <a:endParaRPr lang="en-US" sz="1400" dirty="0">
              <a:solidFill>
                <a:srgbClr val="8A8A8A"/>
              </a:solidFill>
              <a:latin typeface="Poppins"/>
            </a:endParaRPr>
          </a:p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The specific variable names will always be given in comments in your </a:t>
            </a:r>
            <a:r>
              <a:rPr lang="en-US" sz="1400" b="0" i="0" dirty="0" err="1">
                <a:solidFill>
                  <a:srgbClr val="8A8A8A"/>
                </a:solidFill>
                <a:latin typeface="Poppins"/>
              </a:rPr>
              <a:t>godot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 files (underneath the TODO #)</a:t>
            </a:r>
            <a:endParaRPr sz="1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Three errors you WILL hit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 all week</a:t>
            </a:r>
            <a:endParaRPr sz="36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Identifier \"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ball_speedy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\" not declared in the current scope.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_y</a:t>
            </a:r>
            <a:r>
              <a:rPr lang="en-US" sz="2000" b="0" i="0" dirty="0">
                <a:solidFill>
                  <a:srgbClr val="1A1A1A"/>
                </a:solidFill>
                <a:latin typeface="Consolas"/>
              </a:rPr>
              <a:t>, simple naming issue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is not indented (use Tab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to fix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).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>
              <a:spcAft>
                <a:spcPts val="800"/>
              </a:spcAft>
            </a:pP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>
              <a:spcAft>
                <a:spcPts val="800"/>
              </a:spcAft>
            </a:pPr>
            <a:r>
              <a:rPr lang="en-US" sz="20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We’ll talk about indentation more in depth later in the week</a:t>
            </a:r>
            <a:endParaRPr sz="2000" b="0" i="0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16622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var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638800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474" y="1874520"/>
            <a:ext cx="544002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var flag := </a:t>
            </a:r>
            <a:r>
              <a:rPr sz="1400" dirty="0">
                <a:solidFill>
                  <a:srgbClr val="27AEAE"/>
                </a:solidFill>
                <a:latin typeface="Consolas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Remember, </a:t>
            </a:r>
            <a:r>
              <a:rPr lang="en-US" sz="1400" dirty="0">
                <a:solidFill>
                  <a:srgbClr val="8A8A8A"/>
                </a:solidFill>
                <a:latin typeface="Poppins"/>
              </a:rPr>
              <a:t>d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etailed 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variable names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 are in your code file, right next to this TODO.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[something is </a:t>
            </a:r>
            <a:r>
              <a:rPr sz="1800" dirty="0">
                <a:solidFill>
                  <a:srgbClr val="27AEAE"/>
                </a:solidFill>
                <a:latin typeface="Consolas"/>
              </a:rPr>
              <a:t>true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and this</a:t>
            </a:r>
            <a:endParaRPr lang="en-US" sz="1800" dirty="0">
              <a:solidFill>
                <a:srgbClr val="CFCFC2"/>
              </a:solidFill>
              <a:latin typeface="Consolas"/>
            </a:endParaRPr>
          </a:p>
          <a:p>
            <a:pPr algn="l"/>
            <a:endParaRPr lang="en-US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lang="en-US" sz="1800" dirty="0">
                <a:solidFill>
                  <a:srgbClr val="CFCFC2"/>
                </a:solidFill>
                <a:latin typeface="Consolas"/>
              </a:rPr>
              <a:t>	</a:t>
            </a:r>
          </a:p>
          <a:p>
            <a:pPr algn="l"/>
            <a:r>
              <a:rPr lang="en-US" dirty="0">
                <a:solidFill>
                  <a:srgbClr val="CFCFC2"/>
                </a:solidFill>
                <a:latin typeface="Consolas"/>
              </a:rPr>
              <a:t>	</a:t>
            </a:r>
            <a:endParaRPr sz="1800" dirty="0">
              <a:solidFill>
                <a:srgbClr val="CFCFC2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7EDBF-DF33-61B6-3EA7-152EE05B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2A4E1E-56DF-96C4-A609-377BF01AC4AC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5A7865CB-5E31-8ED0-C001-66B4B51ED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C8F99A-A42E-B7B4-7BB6-AFB724AF5042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E5E0D-0653-F884-A3DC-4A53171C648E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42C2B-FF69-53A8-D4EA-C7033DF82600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03559-FD5B-DA92-93ED-7425D4EB9AEF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C816F-89FA-3B20-C21B-3E14B8C1C06E}"/>
              </a:ext>
            </a:extLst>
          </p:cNvPr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FFD10-C968-9E51-7EDF-AB050FEB75A6}"/>
              </a:ext>
            </a:extLst>
          </p:cNvPr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  <p:extLst>
      <p:ext uri="{BB962C8B-B14F-4D97-AF65-F5344CB8AC3E}">
        <p14:creationId xmlns:p14="http://schemas.microsoft.com/office/powerpoint/2010/main" val="37238328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  <p:extLst>
      <p:ext uri="{BB962C8B-B14F-4D97-AF65-F5344CB8AC3E}">
        <p14:creationId xmlns:p14="http://schemas.microsoft.com/office/powerpoint/2010/main" val="2538565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  <p:extLst>
      <p:ext uri="{BB962C8B-B14F-4D97-AF65-F5344CB8AC3E}">
        <p14:creationId xmlns:p14="http://schemas.microsoft.com/office/powerpoint/2010/main" val="5417873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  <p:extLst>
      <p:ext uri="{BB962C8B-B14F-4D97-AF65-F5344CB8AC3E}">
        <p14:creationId xmlns:p14="http://schemas.microsoft.com/office/powerpoint/2010/main" val="19576274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5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1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(inside) 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│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 dirty="0" err="1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2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(inside) 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│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"done"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3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(ALWAYS runs, outside the </a:t>
            </a:r>
            <a:r>
              <a:rPr lang="en-US" sz="1800" dirty="0">
                <a:solidFill>
                  <a:srgbClr val="FDBC4B"/>
                </a:solidFill>
                <a:latin typeface="Consolas"/>
              </a:rPr>
              <a:t>if’s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box)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5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← NOT indented → NOT inside the box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"done"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   ← NOT indented → also not inside the box</a:t>
            </a:r>
            <a:endParaRPr lang="en-US" sz="1800" dirty="0">
              <a:solidFill>
                <a:srgbClr val="CFCFC2"/>
              </a:solidFill>
              <a:latin typeface="Consolas"/>
            </a:endParaRPr>
          </a:p>
          <a:p>
            <a:pPr algn="l"/>
            <a:endParaRPr lang="en-US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lang="en-US" dirty="0">
                <a:solidFill>
                  <a:srgbClr val="CFCFC2"/>
                </a:solidFill>
                <a:latin typeface="Consolas"/>
              </a:rPr>
              <a:t>	</a:t>
            </a:r>
          </a:p>
          <a:p>
            <a:pPr algn="l"/>
            <a:endParaRPr lang="en-US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lang="en-US" dirty="0">
                <a:solidFill>
                  <a:srgbClr val="CFCFC2"/>
                </a:solidFill>
                <a:latin typeface="Consolas"/>
              </a:rPr>
              <a:t>	the print lines will run regardless of the </a:t>
            </a:r>
            <a:r>
              <a:rPr lang="en-US" sz="1800" dirty="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lang="en-US" dirty="0">
                <a:solidFill>
                  <a:srgbClr val="FDBC4B"/>
                </a:solidFill>
                <a:latin typeface="Consolas"/>
              </a:rPr>
              <a:t>	</a:t>
            </a:r>
            <a:r>
              <a:rPr lang="en-US" dirty="0">
                <a:solidFill>
                  <a:srgbClr val="CFCFC2"/>
                </a:solidFill>
                <a:latin typeface="Consolas"/>
              </a:rPr>
              <a:t>it’s meaningless without indentation</a:t>
            </a:r>
            <a:endParaRPr sz="1800" dirty="0">
              <a:solidFill>
                <a:srgbClr val="CFCFC2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0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Quiz: Nested boxes — 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which lines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run?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lang="en-US" dirty="0">
                <a:solidFill>
                  <a:srgbClr val="CFCFC2"/>
                </a:solidFill>
                <a:latin typeface="Consolas"/>
              </a:rPr>
              <a:t>true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</a:t>
            </a:r>
            <a:r>
              <a:rPr lang="en-US" dirty="0">
                <a:solidFill>
                  <a:srgbClr val="CFCFC2"/>
                </a:solidFill>
                <a:latin typeface="Consolas"/>
              </a:rPr>
              <a:t>false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line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I hope you got that last one…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You’re going to code some nested stuff tomorrow 🤌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199" y="1874520"/>
            <a:ext cx="5805377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If the Space key is held down: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    Mark the ball as ready to move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If the ball is not marked as moving yet: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    Return early — </a:t>
            </a:r>
            <a:r>
              <a:rPr lang="en-US" sz="1800" dirty="0">
                <a:solidFill>
                  <a:srgbClr val="7A7C7D"/>
                </a:solidFill>
                <a:latin typeface="Consolas"/>
              </a:rPr>
              <a:t>(skips movement)</a:t>
            </a:r>
            <a:endParaRPr sz="1800" dirty="0">
              <a:solidFill>
                <a:srgbClr val="7A7C7D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09144" y="1874520"/>
            <a:ext cx="502535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Input.is_key_pressed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(KEY_SPACE)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8A8A8A"/>
                </a:solidFill>
                <a:latin typeface="Poppins"/>
              </a:rPr>
              <a:t>This is one approach — yours works if it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 it meets the goal</a:t>
            </a:r>
            <a:endParaRPr sz="1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FCFC2"/>
                </a:solidFill>
                <a:latin typeface="Consolas"/>
              </a:rPr>
              <a:t>	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do_this</a:t>
            </a:r>
            <a:endParaRPr sz="14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Input.</a:t>
            </a:r>
            <a:r>
              <a:rPr sz="1400" dirty="0" err="1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707228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Space key is held down: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Mark the ball as ready to move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ball is not marked as moving yet: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 early — don't process movement this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Press F5. The ball sits frozen at the </a:t>
            </a:r>
            <a:r>
              <a:rPr sz="2400" b="0" i="0" dirty="0" err="1">
                <a:solidFill>
                  <a:srgbClr val="8A8A8A"/>
                </a:solidFill>
                <a:latin typeface="Poppins"/>
              </a:rPr>
              <a:t>centre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 until you tap </a:t>
            </a:r>
            <a:r>
              <a:rPr sz="2400" b="1" i="0" dirty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934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1A1A1A"/>
                </a:solidFill>
                <a:latin typeface="Poppins"/>
              </a:rPr>
              <a:t>Quick note -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3600" b="1" i="0" dirty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is an 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13231-FF13-B5E3-9D62-8BDD6D823AD4}"/>
              </a:ext>
            </a:extLst>
          </p:cNvPr>
          <p:cNvSpPr txBox="1"/>
          <p:nvPr/>
        </p:nvSpPr>
        <p:spPr>
          <a:xfrm>
            <a:off x="457199" y="649224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We’ll talk about objects later in the week, this </a:t>
            </a:r>
            <a:r>
              <a:rPr lang="en-US" sz="1400" dirty="0">
                <a:solidFill>
                  <a:srgbClr val="8A8A8A"/>
                </a:solidFill>
                <a:latin typeface="Poppins"/>
              </a:rPr>
              <a:t>is just what it means 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when you see a dot</a:t>
            </a:r>
            <a:endParaRPr sz="1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Remember: 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The examples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on the left (# instruction) side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of TODO slides are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6964326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Move the ball left or right by its horizontal speed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Move the ball up or down by its vertical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2278" y="1874520"/>
            <a:ext cx="4132215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X -&gt; horizontal</a:t>
            </a:r>
          </a:p>
          <a:p>
            <a:pPr algn="l"/>
            <a:r>
              <a:rPr lang="en-US" sz="1400" dirty="0">
                <a:solidFill>
                  <a:srgbClr val="8A8A8A"/>
                </a:solidFill>
                <a:latin typeface="Poppins"/>
              </a:rPr>
              <a:t>Y -&gt; vertical</a:t>
            </a:r>
          </a:p>
          <a:p>
            <a:pPr algn="l"/>
            <a:r>
              <a:rPr lang="en-US" sz="1000" b="0" i="0" dirty="0">
                <a:solidFill>
                  <a:srgbClr val="8A8A8A"/>
                </a:solidFill>
                <a:latin typeface="Poppins"/>
              </a:rPr>
              <a:t>Geometry bros know what’s up</a:t>
            </a:r>
            <a:endParaRPr sz="10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object.property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Move the ball left or right by its horizontal speed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Move the ball up or down by its vertical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Specific variable names 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are in your code file, right next to this TODO.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Think about it like a 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f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IF it’s </a:t>
            </a:r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Taco Bell time 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→ go left. ELSE → go right.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Next TODO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How do we check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the borders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 in pong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You'll need this kind of </a:t>
            </a:r>
            <a:r>
              <a:rPr lang="en-US" sz="2000" b="1" i="1" dirty="0">
                <a:solidFill>
                  <a:srgbClr val="1A1A1A"/>
                </a:solidFill>
                <a:latin typeface="Poppins"/>
              </a:rPr>
              <a:t>variable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thinking later this week.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31" y="1805940"/>
            <a:ext cx="7921256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var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upper_border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=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var </a:t>
            </a:r>
            <a:r>
              <a:rPr sz="1800" dirty="0" err="1">
                <a:solidFill>
                  <a:srgbClr val="CFCFC2"/>
                </a:solidFill>
                <a:latin typeface="Consolas"/>
              </a:rPr>
              <a:t>lower_border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= SCREEN_H - BALL_SIZE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If the ball is above the top edge or below the bottom edge: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    Flip the ball's vertical direction (make it bounce)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Otherwise: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A7C7D"/>
                </a:solidFill>
                <a:latin typeface="Consolas"/>
              </a:rPr>
              <a:t>#     </a:t>
            </a:r>
            <a:r>
              <a:rPr lang="en-US" dirty="0">
                <a:solidFill>
                  <a:srgbClr val="7A7C7D"/>
                </a:solidFill>
                <a:latin typeface="Consolas"/>
              </a:rPr>
              <a:t>pass (does nothing)</a:t>
            </a:r>
            <a:endParaRPr sz="1800" dirty="0">
              <a:solidFill>
                <a:srgbClr val="7A7C7D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6288" y="1874520"/>
            <a:ext cx="3718206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-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069064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 a or b: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FCFC2"/>
                </a:solidFill>
                <a:latin typeface="Consolas"/>
              </a:rPr>
              <a:t>	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do_this</a:t>
            </a:r>
            <a:endParaRPr sz="14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CFCFC2"/>
                </a:solidFill>
                <a:latin typeface="Consolas"/>
              </a:rPr>
              <a:t>	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x = -x</a:t>
            </a: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FCFC2"/>
                </a:solidFill>
                <a:latin typeface="Consolas"/>
              </a:rPr>
              <a:t>	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do_this</a:t>
            </a:r>
            <a:endParaRPr sz="14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else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FCFC2"/>
                </a:solidFill>
                <a:latin typeface="Consolas"/>
              </a:rPr>
              <a:t>	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do_that</a:t>
            </a:r>
            <a:endParaRPr sz="1400" dirty="0">
              <a:solidFill>
                <a:srgbClr val="CFCFC2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ball is above the top edge or below the bottom edge: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the ball's vertical direction (make it bounce)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Otherwise: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Do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7975509" cy="4486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799" y="2910572"/>
            <a:ext cx="3047695" cy="1631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23BBE7-5010-5B62-0ECE-B1DD99689BD7}"/>
              </a:ext>
            </a:extLst>
          </p:cNvPr>
          <p:cNvSpPr/>
          <p:nvPr/>
        </p:nvSpPr>
        <p:spPr>
          <a:xfrm>
            <a:off x="6889896" y="1823136"/>
            <a:ext cx="455275" cy="313311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91370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  <p:extLst>
      <p:ext uri="{BB962C8B-B14F-4D97-AF65-F5344CB8AC3E}">
        <p14:creationId xmlns:p14="http://schemas.microsoft.com/office/powerpoint/2010/main" val="95136100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7012858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ball has passed the right edge of the screen: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Print "point!" to the output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1174" y="1874520"/>
            <a:ext cx="418332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en-US" sz="1400" dirty="0">
                <a:solidFill>
                  <a:srgbClr val="FDBC4B"/>
                </a:solidFill>
                <a:latin typeface="Consolas"/>
              </a:rPr>
              <a:t>	</a:t>
            </a:r>
            <a:r>
              <a:rPr sz="14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FCFC2"/>
                </a:solidFill>
                <a:latin typeface="Consolas"/>
              </a:rPr>
              <a:t>		</a:t>
            </a:r>
            <a:r>
              <a:rPr sz="1400" dirty="0" err="1">
                <a:solidFill>
                  <a:srgbClr val="CFCFC2"/>
                </a:solidFill>
                <a:latin typeface="Consolas"/>
              </a:rPr>
              <a:t>do_this</a:t>
            </a:r>
            <a:endParaRPr sz="14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7F8C8D"/>
                </a:solidFill>
                <a:latin typeface="Consolas"/>
              </a:rPr>
              <a:t>	p</a:t>
            </a:r>
            <a:r>
              <a:rPr sz="1400" dirty="0">
                <a:solidFill>
                  <a:srgbClr val="7F8C8D"/>
                </a:solidFill>
                <a:latin typeface="Consolas"/>
              </a:rPr>
              <a:t>rint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400" dirty="0">
                <a:solidFill>
                  <a:srgbClr val="F44F4F"/>
                </a:solidFill>
                <a:latin typeface="Consolas"/>
              </a:rPr>
              <a:t>"message"</a:t>
            </a:r>
            <a:r>
              <a:rPr sz="1400" dirty="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ball has passed the right edge of the screen: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 "point!" to the output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Variable names 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are in your code file, right </a:t>
            </a:r>
            <a:r>
              <a:rPr lang="en-US" sz="1400" b="0" i="0" dirty="0">
                <a:solidFill>
                  <a:srgbClr val="8A8A8A"/>
                </a:solidFill>
                <a:latin typeface="Poppins"/>
              </a:rPr>
              <a:t>below </a:t>
            </a:r>
            <a:r>
              <a:rPr sz="1400" b="0" i="0" dirty="0">
                <a:solidFill>
                  <a:srgbClr val="8A8A8A"/>
                </a:solidFill>
                <a:latin typeface="Poppins"/>
              </a:rPr>
              <a:t>this TODO.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Notice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the </a:t>
            </a:r>
            <a:r>
              <a:rPr sz="3600" b="1" i="0" dirty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after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 typing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3600" b="1" i="0" dirty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after a name means it's a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a bundle of code someone already wrote.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is a function that came with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GDScript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Someone wrote it so we don't have to.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We'll learn to write our OWN functions on Day 2.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reset_ball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(below) is another pre-written function you'll use soon.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>
              <a:spcAft>
                <a:spcPts val="800"/>
              </a:spcAft>
            </a:pP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>
              <a:spcAft>
                <a:spcPts val="800"/>
              </a:spcAft>
            </a:pPr>
            <a:r>
              <a:rPr 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Prints are how a lot of programmers will debug, if something prints you know the game instruction is making it to that point.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ball passed the right edge of the screen: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the left player's score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Send the ball back to the centre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ball passed the left edge of the screen: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the right player's score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Send the ball back to the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ball passed the right edge of the screen: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the left player's 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Send the ball back to the centre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ball passed the left edge of the screen: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the right player's 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Send the ball back to the centre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your first silly variable to the end of the scoreboard text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Convert the number to text with str(), then join it with a label using +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Do the same for your second silly variable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Decorate with stars, emojis, or labels if you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your first silly variable to the end of the scoreboard 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the number to text with str(), then join it with a label using +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Do the same for your second silly variable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Decorate with stars, emojis, or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7A7C7D"/>
                </a:solidFill>
                <a:latin typeface="Consolas"/>
              </a:rPr>
              <a:t># this is a comment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-=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const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It's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6131</Words>
  <Application>Microsoft Macintosh PowerPoint</Application>
  <PresentationFormat>Widescreen</PresentationFormat>
  <Paragraphs>1036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7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90</cp:revision>
  <dcterms:created xsi:type="dcterms:W3CDTF">2013-01-27T09:14:16Z</dcterms:created>
  <dcterms:modified xsi:type="dcterms:W3CDTF">2026-06-26T13:15:20Z</dcterms:modified>
  <cp:category/>
</cp:coreProperties>
</file>