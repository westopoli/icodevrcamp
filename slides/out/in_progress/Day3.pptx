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Base Defense · 1990 → 2009 · Tower Defense 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whole genre — invented by modders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Rampart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(1990) — hybrid first attempt. Castle walls + cannonballs.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Warcraft III custom maps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(2002–2007) — the entire genre invented by players tweaking someone else's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Plants vs Zombies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(2009) — mainstream breakout. 6 million copies in a year.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Bloons / Kingdom Rush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mobile-era boom. Still going.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tower defense game you've played traces back to a Warcraft III modder.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 →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Loops + intro Functions.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loops, named blocks of code.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 + Deeper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-loop shape, new things to loop over.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Today's two new ideas: a list is a collection of things. A deeper function scans a list and returns something useful.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1 ✓ Pong — Vars + Conditions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2 ✓ Pac-Man — Loops +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3 ← Base Defense — Lists + Deeper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4 Fighter — Objects + State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5 Escape Room — Showcase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Lists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+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Deeper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collection of things your code can remember, walk through, add to, or remove from.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Deeper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functions that scan lists, return something useful, and chain into each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list ops — two things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list = []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list.</a:t>
            </a:r>
            <a:r>
              <a:rPr sz="1800">
                <a:solidFill>
                  <a:srgbClr val="8E44AD"/>
                </a:solidFill>
                <a:latin typeface="Consolas"/>
              </a:rPr>
              <a:t>remove</a:t>
            </a:r>
            <a:r>
              <a:rPr sz="1800">
                <a:solidFill>
                  <a:srgbClr val="CFCFC2"/>
                </a:solidFill>
                <a:latin typeface="Consolas"/>
              </a:rPr>
              <a:t>(x)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len</a:t>
            </a:r>
            <a:r>
              <a:rPr sz="1800">
                <a:solidFill>
                  <a:srgbClr val="CFCFC2"/>
                </a:solidFill>
                <a:latin typeface="Consolas"/>
              </a:rPr>
              <a:t>(list)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list = []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list.</a:t>
            </a:r>
            <a:r>
              <a:rPr sz="1800">
                <a:solidFill>
                  <a:srgbClr val="8E44AD"/>
                </a:solidFill>
                <a:latin typeface="Consolas"/>
              </a:rPr>
              <a:t>erase</a:t>
            </a:r>
            <a:r>
              <a:rPr sz="1800">
                <a:solidFill>
                  <a:srgbClr val="CFCFC2"/>
                </a:solidFill>
                <a:latin typeface="Consolas"/>
              </a:rPr>
              <a:t>(x)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list.</a:t>
            </a:r>
            <a:r>
              <a:rPr sz="1800">
                <a:solidFill>
                  <a:srgbClr val="8E44AD"/>
                </a:solidFill>
                <a:latin typeface="Consolas"/>
              </a:rPr>
              <a:t>size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A — Open the Day 3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the Base Defense project. You know how. Do it like yesterday.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Walk B — Open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main.gd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main.gd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in the Script editor. Same as always.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D3WD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1386"/>
            <a:ext cx="6766377" cy="29695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DIFFICULTY :=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This one number changes how hard the whole game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DK — What this number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Easy — enemies have less HP.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Medium — standard HP.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Hard — full HP (what you're coding on).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one number → the whole game runs at a different difficulty. You'll try this in a personalization session later.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Reminder: there are millions of right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of TODO slides are one way.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way is valid if it runs.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List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list = things in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grocery list holds items in order. You can add an item, remove one, or walk through all of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code: a list holds values. You can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and loop through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list in GDScript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fruits: Array = []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empty list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fruits.</a:t>
            </a:r>
            <a:r>
              <a:rPr sz="1800">
                <a:solidFill>
                  <a:srgbClr val="8E44AD"/>
                </a:solidFill>
                <a:latin typeface="Consolas"/>
              </a:rPr>
              <a:t>append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"apple"</a:t>
            </a:r>
            <a:r>
              <a:rPr sz="1800">
                <a:solidFill>
                  <a:srgbClr val="CFCFC2"/>
                </a:solidFill>
                <a:latin typeface="Consolas"/>
              </a:rPr>
              <a:t>)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add to the end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fruits.</a:t>
            </a:r>
            <a:r>
              <a:rPr sz="1800">
                <a:solidFill>
                  <a:srgbClr val="8E44AD"/>
                </a:solidFill>
                <a:latin typeface="Consolas"/>
              </a:rPr>
              <a:t>append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"banana"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(fruits.</a:t>
            </a:r>
            <a:r>
              <a:rPr sz="1800">
                <a:solidFill>
                  <a:srgbClr val="8E44AD"/>
                </a:solidFill>
                <a:latin typeface="Consolas"/>
              </a:rPr>
              <a:t>size</a:t>
            </a:r>
            <a:r>
              <a:rPr sz="1800">
                <a:solidFill>
                  <a:srgbClr val="CFCFC2"/>
                </a:solidFill>
                <a:latin typeface="Consolas"/>
              </a:rPr>
              <a:t>())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prints: 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fruits.</a:t>
            </a:r>
            <a:r>
              <a:rPr sz="1800">
                <a:solidFill>
                  <a:srgbClr val="8E44AD"/>
                </a:solidFill>
                <a:latin typeface="Consolas"/>
              </a:rPr>
              <a:t>erase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"apple"</a:t>
            </a:r>
            <a:r>
              <a:rPr sz="1800">
                <a:solidFill>
                  <a:srgbClr val="CFCFC2"/>
                </a:solidFill>
                <a:latin typeface="Consolas"/>
              </a:rPr>
              <a:t>)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remove by value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(fruits.</a:t>
            </a:r>
            <a:r>
              <a:rPr sz="1800">
                <a:solidFill>
                  <a:srgbClr val="8E44AD"/>
                </a:solidFill>
                <a:latin typeface="Consolas"/>
              </a:rPr>
              <a:t>size</a:t>
            </a:r>
            <a:r>
              <a:rPr sz="1800">
                <a:solidFill>
                  <a:srgbClr val="CFCFC2"/>
                </a:solidFill>
                <a:latin typeface="Consolas"/>
              </a:rPr>
              <a:t>())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prints: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Lists are everywhere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the active enemies on screen → a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the towers the player has placed → a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Inventory items, quests, bullet projectiles — all lists.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enemies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towers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every enemy currently walking toward your base.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every tower the player has placed.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Both start empty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They grow as the game runs.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pic>
        <p:nvPicPr>
          <p:cNvPr id="8" name="Picture 7" descr="D3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4821"/>
            <a:ext cx="6766377" cy="46227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TODO #1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marker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after the preloads.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Create an empty list to track all enemies on screen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Create an empty list to track all placed towers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 the starting coin count to the value of START_COINS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Set the starting base HP to the value of START_BASE_HP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Four variable declarations — two empty lists, two integer counters.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these, the game has nowhere to store enemies, towers, or score.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Array = []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makes an empty list.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int = START_COINS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sets a typed integer to the starting constant.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Declare game state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items: Array = []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const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Create an empty list to track all enemies on screen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Create an empty list to track all placed towers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 the starting coin count to the value of START_COINS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Set the starting base HP to the value of START_BASE_HP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Want more starting coins?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START_COINS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number. Run the game. How does it feel with 500 coins vs 50?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Adding to lists and removing from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Last chunk: you declared the lists.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chunk: you wire the game so enemies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appear 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list when they spawn,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disappear from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 when they die.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add an item to the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scores: Array = []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scores.</a:t>
            </a:r>
            <a:r>
              <a:rPr sz="1800">
                <a:solidFill>
                  <a:srgbClr val="8E44AD"/>
                </a:solidFill>
                <a:latin typeface="Consolas"/>
              </a:rPr>
              <a:t>append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10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scores.</a:t>
            </a:r>
            <a:r>
              <a:rPr sz="1800">
                <a:solidFill>
                  <a:srgbClr val="8E44AD"/>
                </a:solidFill>
                <a:latin typeface="Consolas"/>
              </a:rPr>
              <a:t>append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20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scores is now [10, 20]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.erase()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remove an item by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scores: Array = [</a:t>
            </a:r>
            <a:r>
              <a:rPr sz="1800">
                <a:solidFill>
                  <a:srgbClr val="F67400"/>
                </a:solidFill>
                <a:latin typeface="Consolas"/>
              </a:rPr>
              <a:t>10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F67400"/>
                </a:solidFill>
                <a:latin typeface="Consolas"/>
              </a:rPr>
              <a:t>20</a:t>
            </a:r>
            <a:r>
              <a:rPr sz="1800">
                <a:solidFill>
                  <a:srgbClr val="CFCFC2"/>
                </a:solidFill>
                <a:latin typeface="Consolas"/>
              </a:rPr>
              <a:t>, </a:t>
            </a:r>
            <a:r>
              <a:rPr sz="1800">
                <a:solidFill>
                  <a:srgbClr val="F67400"/>
                </a:solidFill>
                <a:latin typeface="Consolas"/>
              </a:rPr>
              <a:t>30</a:t>
            </a:r>
            <a:r>
              <a:rPr sz="1800">
                <a:solidFill>
                  <a:srgbClr val="CFCFC2"/>
                </a:solidFill>
                <a:latin typeface="Consolas"/>
              </a:rPr>
              <a:t>]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scores.</a:t>
            </a:r>
            <a:r>
              <a:rPr sz="1800">
                <a:solidFill>
                  <a:srgbClr val="8E44AD"/>
                </a:solidFill>
                <a:latin typeface="Consolas"/>
              </a:rPr>
              <a:t>erase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20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scores is now [10, 30]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pic>
        <p:nvPicPr>
          <p:cNvPr id="8" name="Picture 7" descr="D3C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45415"/>
            <a:ext cx="6766376" cy="33615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One line at the bottom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After the enemy is built, add it to the list.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 the newly spawned enemy to the enemies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— append the new enemy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spawned enemies never enter the list. The game loop can't see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enemies.append(e)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enemy node just built above your hole.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#2a — Add enemy to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items.</a:t>
            </a:r>
            <a:r>
              <a:rPr sz="1400">
                <a:solidFill>
                  <a:srgbClr val="8E44AD"/>
                </a:solidFill>
                <a:latin typeface="Consolas"/>
              </a:rPr>
              <a:t>append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the newly spawned enemy to the enemies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pic>
        <p:nvPicPr>
          <p:cNvPr id="8" name="Picture 7" descr="D3C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03" y="1143000"/>
            <a:ext cx="6594970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Two holes 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kill_enemy()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one in the reward branch (erase + pay out), one in the no-reward branch (erase only).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Reward branch (enemy killed by a tower):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Remove this enemy from the enemies list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Add the reward amount to the player's coins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No-reward branch (enemy reached the base):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Remove this enemy from the enemies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holes — both erase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the list. The reward branch also pays out coins.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 erase, dead enemies stay in the list forever. The wave never ends.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enemies.erase(e)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removes by value.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coins += reward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the payout.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#2b — Remove enemy from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items.</a:t>
            </a:r>
            <a:r>
              <a:rPr sz="1400">
                <a:solidFill>
                  <a:srgbClr val="8E44AD"/>
                </a:solidFill>
                <a:latin typeface="Consolas"/>
              </a:rPr>
              <a:t>erase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x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Reward branch (enemy killed by a tower):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Remove this enemy from the enemies list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the reward amount to the player's coins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No-reward branch (enemy reached the base):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Remove this enemy from the enemies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game loop — move everything, every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 game needs to: step each enemy forward, tick each tower.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have a list of enemies. You have a list of towers.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 — one for each list.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pic>
        <p:nvPicPr>
          <p:cNvPr id="8" name="Picture 7" descr="D3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20" y="1143000"/>
            <a:ext cx="6138336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after the spawn ticker. This code runs every frame.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Use a for loop to visit each enemy and move it one step forward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Use a for loop to visit each tower and let it take its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for-loops — move every enemy, tick every tower.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nothing on screen moves. The game is frozen.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step_enemy(e,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tower_tick(t,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pre-given helpers. You write the loops.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Move the world each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a for loop to visit each enemy and move it one step forward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a for loop to visit each tower and let it take its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Press Space. Wave 1 spawns — enemies walk 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Packaging a loop in a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just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e in enemies: step_enemy(e,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directly.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Final Challenge code needs the same loop — but passing in 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different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move_all(enemy_list,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function that takes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any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 and loops it.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pic>
        <p:nvPicPr>
          <p:cNvPr id="8" name="Picture 7" descr="D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739" y="1143000"/>
            <a:ext cx="4731298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move_all(enemy_list,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function signature is pre-given; you write the body.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Use a for loop to visit each enemy in the list and move it one step 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— loop the parameter list, step each enemy.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FC (endless mode) calls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 its own list. Same loop, different input.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enemy_list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parameter (not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step_enemy(e,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pre-given.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Write `move_all()`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</a:t>
            </a:r>
            <a:r>
              <a:rPr sz="1400">
                <a:solidFill>
                  <a:srgbClr val="CFCFC2"/>
                </a:solidFill>
                <a:latin typeface="Consolas"/>
              </a:rPr>
              <a:t>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(param):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use</a:t>
            </a:r>
            <a:r>
              <a:rPr sz="1400">
                <a:solidFill>
                  <a:srgbClr val="CFCFC2"/>
                </a:solidFill>
                <a:latin typeface="Consolas"/>
              </a:rPr>
              <a:t>(param)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a for loop to visit each enemy in the list and move it one step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#2 — Flip the difficulty knob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DIFFICULTY :=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(easy)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(medium). Run the game. Feel the difference.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it back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you're done experimenting.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 that SEARCH a list and return an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So far: functions that do things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step_enemy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or loop lists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New: a function that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scans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enemies list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hands back one result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get_nearest_enemy_in_range()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scans all enemies, returns the closest one in range (or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null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Before you write: what does this need to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Tower has a position and a range. There are N enemies on the map.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Goal: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find which enemy is closest to the tower AND within its range.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Available: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(tower position),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pos.distance_to(e.position)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How would YOU design this?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do you find the closest thing in a list?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do you need to track as you walk through the list?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you arrive at the TODO, try your own approach first.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pic>
        <p:nvPicPr>
          <p:cNvPr id="8" name="Picture 7" descr="D3C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714" y="1143000"/>
            <a:ext cx="4985348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function body.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nearest = null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best_dist = tower_range + 1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pre-given above your hole.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Use a for loop to check each enemy in the enemies list: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Measure the distance from the tower to this enemy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the enemy is within range and closer than the previous best: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Remember this enemy as the closest so far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Update the closest distance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Walk the enemies list; update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nearest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best_dist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you find a closer in-range enemy.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Towers need to know WHO to shoot. This function finds the answer.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best_dist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starts just outside range — the first in-range enemy automatically beats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#5a — Find nearest enemy in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>
                <a:solidFill>
                  <a:srgbClr val="FDBC4B"/>
                </a:solidFill>
                <a:latin typeface="Consolas"/>
              </a:rPr>
              <a:t>for</a:t>
            </a:r>
            <a:r>
              <a:rPr sz="1100">
                <a:solidFill>
                  <a:srgbClr val="CFCFC2"/>
                </a:solidFill>
                <a:latin typeface="Consolas"/>
              </a:rPr>
              <a:t> item </a:t>
            </a:r>
            <a:r>
              <a:rPr sz="1100">
                <a:solidFill>
                  <a:srgbClr val="CFCFC2"/>
                </a:solidFill>
                <a:latin typeface="Consolas"/>
              </a:rPr>
              <a:t>in</a:t>
            </a:r>
            <a:r>
              <a:rPr sz="11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</a:t>
            </a:r>
            <a:r>
              <a:rPr sz="11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100">
                <a:solidFill>
                  <a:srgbClr val="CFCFC2"/>
                </a:solidFill>
                <a:latin typeface="Consolas"/>
              </a:rPr>
              <a:t>(item)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FDBC4B"/>
                </a:solidFill>
                <a:latin typeface="Consolas"/>
              </a:rPr>
              <a:t>if</a:t>
            </a:r>
            <a:r>
              <a:rPr sz="11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FDBC4B"/>
                </a:solidFill>
                <a:latin typeface="Consolas"/>
              </a:rPr>
              <a:t>if</a:t>
            </a:r>
            <a:r>
              <a:rPr sz="1100">
                <a:solidFill>
                  <a:srgbClr val="CFCFC2"/>
                </a:solidFill>
                <a:latin typeface="Consolas"/>
              </a:rPr>
              <a:t> a </a:t>
            </a:r>
            <a:r>
              <a:rPr sz="1100">
                <a:solidFill>
                  <a:srgbClr val="CFCFC2"/>
                </a:solidFill>
                <a:latin typeface="Consolas"/>
              </a:rPr>
              <a:t>or</a:t>
            </a:r>
            <a:r>
              <a:rPr sz="1100">
                <a:solidFill>
                  <a:srgbClr val="CFCFC2"/>
                </a:solidFill>
                <a:latin typeface="Consolas"/>
              </a:rPr>
              <a:t> b: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object.property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a for loop to check each enemy in the enemies list: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Measure the distance from the tower to this enemy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If the enemy is within range and closer than the previous best: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Remember this enemy as the closest so far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Update the closest distance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Splash towers need ALL enemies in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Cannon/Sniper: one target.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get_nearest_enemy_in_range()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returns ONE enemy.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Splash: hits everyone nearby. Need ALL enemies within radius.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get_enemies_in_radius()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scans enemies, returns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all within radius.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Before you write: what does this need to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Goal: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 a new list containing every enemy within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radius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Available: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radius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pos.distance_to(e.position)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Pattern you know: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result := []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loop → conditional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 result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pic>
        <p:nvPicPr>
          <p:cNvPr id="8" name="Picture 7" descr="D3C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64" y="1143000"/>
            <a:ext cx="5863049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whole function body — you write it all. The function signature is pre-given.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Start with an empty list to hold matching enemies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Use a for loop to check each enemy in the enemies list: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this enemy is within the splash radius: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Add it to the result list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Return the list of enemies in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Build and return a new list of every enemy within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radius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Splash tower needs this list to fire at everyone in range.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Start with an empty list, loop enemies, append those in range, return.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#5b — Collect enemies in radius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items: Array = []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items.</a:t>
            </a:r>
            <a:r>
              <a:rPr sz="1400">
                <a:solidFill>
                  <a:srgbClr val="8E44AD"/>
                </a:solidFill>
                <a:latin typeface="Consolas"/>
              </a:rPr>
              <a:t>append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with an empty list to hold matching enemies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a for loop to check each enemy in the enemies list: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If this enemy is within the splash radius: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Add it to the result list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Return the list of enemies in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Towers can now find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the game. Enemies walk — towers don't fire yet (that's chunk #6). But the targeting logic is live.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Tower tick: pick a target and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tower_tick(t,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once per tower per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Cooldown handling is pre-given. Your job: pick the right finder, call it, fire if something was found.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Cannon + Sniper → single target. Splash → list of targets.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pic>
        <p:nvPicPr>
          <p:cNvPr id="8" name="Picture 7" descr="D3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991" y="1143000"/>
            <a:ext cx="5136795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tower_tick()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t_type: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block. You fill the two branches: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\"cannon\", \"sniper\":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\"splash\":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match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like a multi-way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match</a:t>
            </a:r>
            <a:r>
              <a:rPr sz="1800">
                <a:solidFill>
                  <a:srgbClr val="CFCFC2"/>
                </a:solidFill>
                <a:latin typeface="Consolas"/>
              </a:rPr>
              <a:t> tower_type: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"cannon"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fire_cannon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"sniper"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fire_sniper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44F4F"/>
                </a:solidFill>
                <a:latin typeface="Consolas"/>
              </a:rPr>
              <a:t>"splash"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</a:t>
            </a:r>
            <a:r>
              <a:rPr sz="1800">
                <a:solidFill>
                  <a:srgbClr val="8E44AD"/>
                </a:solidFill>
                <a:latin typeface="Consolas"/>
              </a:rPr>
              <a:t>fire_splash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 —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\"cannon\", \"sniper\":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Find the closest enemy within this tower's range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an enemy was found: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Fire at that enemy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Reset the cooldown timer so the tower must wait before firing again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Find one target; if found, fire and reset the cooldown.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Cannon and Sniper towers never shoot.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t.position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t_damage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t_rate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already unpacked above your hole.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#6a — Cannon + Sniper: find target and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</a:t>
            </a:r>
            <a:r>
              <a:rPr sz="1400">
                <a:solidFill>
                  <a:srgbClr val="CFCFC2"/>
                </a:solidFill>
                <a:latin typeface="Consolas"/>
              </a:rPr>
              <a:t>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(param) -&gt; ReturnType: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  <a:r>
              <a:rPr sz="1400">
                <a:solidFill>
                  <a:srgbClr val="CFCFC2"/>
                </a:solidFill>
                <a:latin typeface="Consolas"/>
              </a:rPr>
              <a:t>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Find the closest enemy within this tower's range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an enemy was found: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Fire at that enemy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Reset the cooldown timer so the tower must wait before firing again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 —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\"splash\":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Collect all enemies within the splash radius into a list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the list is not empty (at least one enemy is in range):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Fire at all of them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Reset the cooldown timer so the tower must wait before firing again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Collect a list of targets in the splash radius; if any found, fire at all of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Splash towers never shoot.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fire_at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handles lists and single nodes — pass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targets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#6b — Splash: collect targets and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func</a:t>
            </a:r>
            <a:r>
              <a:rPr sz="1100">
                <a:solidFill>
                  <a:srgbClr val="CFCFC2"/>
                </a:solidFill>
                <a:latin typeface="Consolas"/>
              </a:rPr>
              <a:t> </a:t>
            </a:r>
            <a:r>
              <a:rPr sz="1100">
                <a:solidFill>
                  <a:srgbClr val="8E44AD"/>
                </a:solidFill>
                <a:latin typeface="Consolas"/>
              </a:rPr>
              <a:t>name</a:t>
            </a:r>
            <a:r>
              <a:rPr sz="1100">
                <a:solidFill>
                  <a:srgbClr val="CFCFC2"/>
                </a:solidFill>
                <a:latin typeface="Consolas"/>
              </a:rPr>
              <a:t>(param) -&gt; ReturnType: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</a:t>
            </a:r>
            <a:r>
              <a:rPr sz="1100">
                <a:solidFill>
                  <a:srgbClr val="FDBC4B"/>
                </a:solidFill>
                <a:latin typeface="Consolas"/>
              </a:rPr>
              <a:t>return</a:t>
            </a:r>
            <a:r>
              <a:rPr sz="1100">
                <a:solidFill>
                  <a:srgbClr val="CFCFC2"/>
                </a:solidFill>
                <a:latin typeface="Consolas"/>
              </a:rPr>
              <a:t> value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items.</a:t>
            </a:r>
            <a:r>
              <a:rPr sz="1100">
                <a:solidFill>
                  <a:srgbClr val="8E44AD"/>
                </a:solidFill>
                <a:latin typeface="Consolas"/>
              </a:rPr>
              <a:t>size</a:t>
            </a:r>
            <a:r>
              <a:rPr sz="11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FDBC4B"/>
                </a:solidFill>
                <a:latin typeface="Consolas"/>
              </a:rPr>
              <a:t>if</a:t>
            </a:r>
            <a:r>
              <a:rPr sz="11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1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Collect all enemies within the splash radius into a list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the list is not empty (at least one enemy is in range):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Fire at all of them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Reset the cooldown timer so the tower must wait before firing again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Place a tower. Watch it shoot.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#3 — Tune your tower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TOWER_STATS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damage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fire_rate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for any tower. Run it. Does it feel better?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Try making a super-slow cannon that one-shots everything. Or a tiny-range rapid-fire sniper.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How does the game know a wave ended?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wave is over when: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 enemies are alive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 enemies are queued to spawn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Check: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enemies.size() ==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enemies_to_spawn.size() ==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Then: advance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wave_index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Check if more waves remain. Win or start the next.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Before you write: what does this need to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Goal: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the wave is done, advance the wave counter.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you_win()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start_next_wave()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Available: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wave_in_progress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enemies_to_spawn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wave_index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you_win()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start_next_wave()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wave_in_progress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must be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both lists must be empty.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pic>
        <p:nvPicPr>
          <p:cNvPr id="8" name="Picture 7" descr="D3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97" y="1143000"/>
            <a:ext cx="6559983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after the spawn ticker block. Runs every frame.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a wave is running and all enemies are gone and no more enemies are queued: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Mark the wave as finished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Move to the next wave number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If all waves have been completed: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Trigger the win screen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Otherwise: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Start the next wave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Detect when a wave ends, advance the counter, win or loop.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game never advances past wave 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WAVES.size()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total number of waves.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wave_index &gt;= WAVES.size()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all waves done.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Wave advance and win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300">
                <a:solidFill>
                  <a:srgbClr val="FDBC4B"/>
                </a:solidFill>
                <a:latin typeface="Consolas"/>
              </a:rPr>
              <a:t>if</a:t>
            </a:r>
            <a:r>
              <a:rPr sz="13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3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CFCFC2"/>
                </a:solidFill>
                <a:latin typeface="Consolas"/>
              </a:rPr>
              <a:t>items.</a:t>
            </a:r>
            <a:r>
              <a:rPr sz="1300">
                <a:solidFill>
                  <a:srgbClr val="8E44AD"/>
                </a:solidFill>
                <a:latin typeface="Consolas"/>
              </a:rPr>
              <a:t>size</a:t>
            </a:r>
            <a:r>
              <a:rPr sz="13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CFCFC2"/>
                </a:solidFill>
                <a:latin typeface="Consolas"/>
              </a:rPr>
              <a:t>x += amount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3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a wave is running and all enemies are gone and no more enemies are queued: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Mark the wave as finished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Move to the next wave number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If all waves have been completed: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Trigger the win screen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Otherwise: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    Start the next wave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Survive all 8 waves. The YOU WIN panel appears.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#4 — Edit the wave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WAVES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It's a list of lists.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entry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[count, type]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[5, \"grunt\"]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spawns 5 grunts.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Add a wave. Change counts. Swap types. Make wave 1 send 50 grunts for chaos.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Endless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endless_mode.gd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separate script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holes.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all holes are filled: 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flip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ENDLESS_MODE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and run.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Enemies spawn forever, getting harder each wave.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Boss wave is an optional extra if you want a harder challenge.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TODO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endless_mode.gd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mirrors a chunk you wrote this morning.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 — step enemies + towers)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loop a parameter list)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#5b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(collect list, return it)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(wave counter + win check pattern)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all holes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| FC | Mirrors | Syntax | Write this (comments) | |---|---|---|---|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endless_tick(delta)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Chunk #3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for_in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e in enemies: step_enemy(e,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t in towers: tower_tick(t,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move_all_endless(list,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Chunk #4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for_in, func_param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e in enemy_list: step_enemy(e,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get_in_radius_endless(pos, r)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Chunk #5b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list_init, for_in, list_append, 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var r := []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e in enemies: if dist &lt;= radius: r.append(e)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return 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check_wave_end()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Chunk #7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if, list_size, plus_eq, func_call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if wave_in_progress and enemies.size()==0: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wave_in_progress=false / wave_index+=1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if wave_index&gt;=WAVES.size(): you_win() / else: next_wave()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Base Defense game into a real Windows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no Godot needed.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preset. Leave options as-is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 see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3 - Base Defense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game runs with no Godot needed. Keep the two files together.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build a fighter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Late 1990s. Street Fighter era. We go deep on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objects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code that knows what it IS and what it can 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