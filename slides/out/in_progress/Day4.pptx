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Day 4 — 2-Player Fighter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 we'll build…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2-player fighter game — one keyboard, two players.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Four characters. Three maps. Last fighter standing wins.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All playable on a Windows PC before you leave today.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fighters matter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1991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Street Fighter II: solo-vs-solo arcade boom.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1992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Mortal Kombat: breakout home-console fighter.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1999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Super Smash Bros (N64): invented roster + multi-character + percent-damage.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Today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Smash Ultimate has 87 characters. All trace back to that N64 disc.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Yesterday →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D3: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Lists + deeper functions — enemies, towers, waves.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D4: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new ideas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Objects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State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loops. 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shapes. New way to package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5-day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D1 ✓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Variables + Conditions (Pong)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D2 ✓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Loops + Functions (Maze)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D3 ✓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Functions deep + Lists (Base Defense)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D4 → TODAY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Objects + State (Fighter)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 new code — Escape Simulator + showcase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Today's two big ideas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Objects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blueprints that hold data + methods together. One class, many instances, each with its own copy of every property.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State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label that lets one object behave differently depending on what mode it's 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GDScript vs Python — classes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class</a:t>
            </a:r>
            <a:r>
              <a:rPr sz="1800">
                <a:solidFill>
                  <a:srgbClr val="CFCFC2"/>
                </a:solidFill>
                <a:latin typeface="Consolas"/>
              </a:rPr>
              <a:t> Player: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def </a:t>
            </a:r>
            <a:r>
              <a:rPr sz="1800">
                <a:solidFill>
                  <a:srgbClr val="8E44AD"/>
                </a:solidFill>
                <a:latin typeface="Consolas"/>
              </a:rPr>
              <a:t>__init__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27AEAE"/>
                </a:solidFill>
                <a:latin typeface="Consolas"/>
              </a:rPr>
              <a:t>self</a:t>
            </a:r>
            <a:r>
              <a:rPr sz="1800">
                <a:solidFill>
                  <a:srgbClr val="CFCFC2"/>
                </a:solidFill>
                <a:latin typeface="Consolas"/>
              </a:rPr>
              <a:t>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27AEAE"/>
                </a:solidFill>
                <a:latin typeface="Consolas"/>
              </a:rPr>
              <a:t>self</a:t>
            </a:r>
            <a:r>
              <a:rPr sz="1800">
                <a:solidFill>
                  <a:srgbClr val="CFCFC2"/>
                </a:solidFill>
                <a:latin typeface="Consolas"/>
              </a:rPr>
              <a:t>.hp = </a:t>
            </a:r>
            <a:r>
              <a:rPr sz="1800">
                <a:solidFill>
                  <a:srgbClr val="F67400"/>
                </a:solidFill>
                <a:latin typeface="Consolas"/>
              </a:rPr>
              <a:t>100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def </a:t>
            </a:r>
            <a:r>
              <a:rPr sz="1800">
                <a:solidFill>
                  <a:srgbClr val="8E44AD"/>
                </a:solidFill>
                <a:latin typeface="Consolas"/>
              </a:rPr>
              <a:t>take_damage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27AEAE"/>
                </a:solidFill>
                <a:latin typeface="Consolas"/>
              </a:rPr>
              <a:t>self</a:t>
            </a:r>
            <a:r>
              <a:rPr sz="1800">
                <a:solidFill>
                  <a:srgbClr val="CFCFC2"/>
                </a:solidFill>
                <a:latin typeface="Consolas"/>
              </a:rPr>
              <a:t>, n):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27AEAE"/>
                </a:solidFill>
                <a:latin typeface="Consolas"/>
              </a:rPr>
              <a:t>self</a:t>
            </a:r>
            <a:r>
              <a:rPr sz="1800">
                <a:solidFill>
                  <a:srgbClr val="CFCFC2"/>
                </a:solidFill>
                <a:latin typeface="Consolas"/>
              </a:rPr>
              <a:t>.hp -=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GDScript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extends</a:t>
            </a:r>
            <a:r>
              <a:rPr sz="1800">
                <a:solidFill>
                  <a:srgbClr val="CFCFC2"/>
                </a:solidFill>
                <a:latin typeface="Consolas"/>
              </a:rPr>
              <a:t> CharacterBody2D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hp = </a:t>
            </a:r>
            <a:r>
              <a:rPr sz="1800">
                <a:solidFill>
                  <a:srgbClr val="F67400"/>
                </a:solidFill>
                <a:latin typeface="Consolas"/>
              </a:rPr>
              <a:t>100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func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8E44AD"/>
                </a:solidFill>
                <a:latin typeface="Consolas"/>
              </a:rPr>
              <a:t>take_damage</a:t>
            </a:r>
            <a:r>
              <a:rPr sz="1800">
                <a:solidFill>
                  <a:srgbClr val="CFCFC2"/>
                </a:solidFill>
                <a:latin typeface="Consolas"/>
              </a:rPr>
              <a:t>(n):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hp -= 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Pre-coding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Open the project and meet the menu flow before writing any code.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Walk A — open the Day 4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Open the Day 4 Fighter project the same way you did yesterday.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A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Godot launcher 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navigate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Day4_Fighter_Game/project.godot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 &amp; Edit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Walk B — open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player.gd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Open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player.gd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in the script editor — most of today's work lives here.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B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FileSystem panel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double-click → Script editor opens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11 properties per character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display_name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sprite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tint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walk_speed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jump_impulse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become chunk #2 vars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attack_type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attack_damage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attack_cooldown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attack_range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#2 vars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projectile_speed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projectile_gravity_scale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pre-given, projectile chars only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Player class mirrors this 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Each character's numbers live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CHARACTERS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setup()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copies them onto the Player object.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Pick Knight → your Player gets Knight's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walk_speed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attack_damage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etc.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Code isn't the only 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D1, D2, D3 — every solution looked different. All ran.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Same rule today. If your version makes the game work, it's correct.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Let's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Seven chunks. Two big ideas. One fighter game.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Big idea #1 —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Every fighter is an object. Let's see what that means.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Each panda is one 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Object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Minecraft has ONE panda script.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But it can spawn as many pandas as it wants.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Each one is its own object — its own HP, its own personality, its own position.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Blueprint → Instances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┌────────────────────────┐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│   Panda  (blueprint)   │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│   hp: int              │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│   personality: String  │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│   facing: int          │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└────────────────────────┘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↓         ↓         ↓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┌──────────┐ ┌──────────┐ ┌──────────┐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│  Panda A │ │  Panda B │ │  Panda C │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│  hp=</a:t>
            </a:r>
            <a:r>
              <a:rPr sz="1800">
                <a:solidFill>
                  <a:srgbClr val="F67400"/>
                </a:solidFill>
                <a:latin typeface="Consolas"/>
              </a:rPr>
              <a:t>20</a:t>
            </a:r>
            <a:r>
              <a:rPr sz="1800">
                <a:solidFill>
                  <a:srgbClr val="CFCFC2"/>
                </a:solidFill>
                <a:latin typeface="Consolas"/>
              </a:rPr>
              <a:t>   │ │  hp=</a:t>
            </a:r>
            <a:r>
              <a:rPr sz="1800">
                <a:solidFill>
                  <a:srgbClr val="F67400"/>
                </a:solidFill>
                <a:latin typeface="Consolas"/>
              </a:rPr>
              <a:t>18</a:t>
            </a:r>
            <a:r>
              <a:rPr sz="1800">
                <a:solidFill>
                  <a:srgbClr val="CFCFC2"/>
                </a:solidFill>
                <a:latin typeface="Consolas"/>
              </a:rPr>
              <a:t>   │ │  hp=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  <a:r>
              <a:rPr sz="1800">
                <a:solidFill>
                  <a:srgbClr val="CFCFC2"/>
                </a:solidFill>
                <a:latin typeface="Consolas"/>
              </a:rPr>
              <a:t>    │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│  lazy    │ │  playful │ │  worried │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│  facing=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  <a:r>
              <a:rPr sz="1800">
                <a:solidFill>
                  <a:srgbClr val="CFCFC2"/>
                </a:solidFill>
                <a:latin typeface="Consolas"/>
              </a:rPr>
              <a:t>│ │ facing=-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  <a:r>
              <a:rPr sz="1800">
                <a:solidFill>
                  <a:srgbClr val="CFCFC2"/>
                </a:solidFill>
                <a:latin typeface="Consolas"/>
              </a:rPr>
              <a:t>│ │  facing=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  <a:r>
              <a:rPr sz="1800">
                <a:solidFill>
                  <a:srgbClr val="CFCFC2"/>
                </a:solidFill>
                <a:latin typeface="Consolas"/>
              </a:rPr>
              <a:t>│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└──────────┘ └──────────┘ └──────────┘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Properties +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Properties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what each panda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remembers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personality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facing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Methods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what each panda can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eat()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roll_over()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take_damage()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An object bundles both together.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Panda A — HP: 18. Panda B — HP: 20.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damage Panda A for 5.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What's Panda B's HP?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20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Hitting A doesn't touch B. Each instance has its own copy.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a class looks like in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extends</a:t>
            </a:r>
            <a:r>
              <a:rPr sz="1800">
                <a:solidFill>
                  <a:srgbClr val="CFCFC2"/>
                </a:solidFill>
                <a:latin typeface="Consolas"/>
              </a:rPr>
              <a:t> CharacterBody2D   </a:t>
            </a:r>
            <a:r>
              <a:rPr sz="1800">
                <a:solidFill>
                  <a:srgbClr val="7A7C7D"/>
                </a:solidFill>
                <a:latin typeface="Consolas"/>
              </a:rPr>
              <a:t># "I am a CharacterBody2D"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hp = </a:t>
            </a:r>
            <a:r>
              <a:rPr sz="1800">
                <a:solidFill>
                  <a:srgbClr val="F67400"/>
                </a:solidFill>
                <a:latin typeface="Consolas"/>
              </a:rPr>
              <a:t>100</a:t>
            </a:r>
            <a:r>
              <a:rPr sz="1800">
                <a:solidFill>
                  <a:srgbClr val="CFCFC2"/>
                </a:solidFill>
                <a:latin typeface="Consolas"/>
              </a:rPr>
              <a:t>    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property — each panda's own HP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personality = </a:t>
            </a:r>
            <a:r>
              <a:rPr sz="1800">
                <a:solidFill>
                  <a:srgbClr val="F44F4F"/>
                </a:solidFill>
                <a:latin typeface="Consolas"/>
              </a:rPr>
              <a:t>"lazy"</a:t>
            </a:r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property — each panda's own mood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func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8E44AD"/>
                </a:solidFill>
                <a:latin typeface="Consolas"/>
              </a:rPr>
              <a:t>eat</a:t>
            </a:r>
            <a:r>
              <a:rPr sz="1800">
                <a:solidFill>
                  <a:srgbClr val="CFCFC2"/>
                </a:solidFill>
                <a:latin typeface="Consolas"/>
              </a:rPr>
              <a:t>():     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method — what pandas can do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hp +=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7 panda personalities — same script, different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lazy / worried / playful / aggressive / weak / brown / normal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Each personality changes how the panda acts.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That's the second big idea today: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State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You'll meet it after chunk #4.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Objects everywhere in games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Mario coin = object (collected flag, position)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Zelda enemy = object (HP, AI state, facing)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Fortnite weapon = object (ammo, damage, rarity)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a thing has its own stats and behavior — it's an object.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Today: one Player class, two instances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ONE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Player.tscn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blueprint (same file for P1 and P2)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TWO instances at runtime (P1 Knight + P2 Ninja)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Same code — different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player_num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different character, different HP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Where in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player.gd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TODO #1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player.gd — after setup(), declare your core properties: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</a:t>
            </a:r>
            <a:r>
              <a:rPr sz="1800">
                <a:solidFill>
                  <a:srgbClr val="95DA4C"/>
                </a:solidFill>
                <a:latin typeface="Consolas"/>
              </a:rPr>
              <a:t>TODO</a:t>
            </a:r>
            <a:r>
              <a:rPr sz="1800">
                <a:solidFill>
                  <a:srgbClr val="7A7C7D"/>
                </a:solidFill>
                <a:latin typeface="Consolas"/>
              </a:rPr>
              <a:t> #1: Declare the three core properties every Player needs...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Syntax: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- var name: int = value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#@todo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             ← your code goes here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#@end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TODO #1 — prep: three core properties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Declare the player's current health points, starting at 100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Declare the player's maximum health, also starting at 100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Declare which direction the player faces (1 = right, -1 = left), starting right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Every Player needs to track its own HP and which direction it faces.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max_hp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scale the HP bar.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facing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drives sprite flip and attack direction.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Three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lines directly inside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#1 — three core properties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11277295" cy="191566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name :=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72484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5092"/>
            <a:ext cx="11277295" cy="1915668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Declare the player's current health points, starting at 100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Declare the player's maximum health, also starting at 100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Declare which direction the player faces (1 = right, -1 = left), starting right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Chunk #2 — what kind of panda are you?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Core HP is declared. Now declare which character's stats apply.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Each character is a dictionary of stats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CHARACTERS[\"knight\"]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{walk_speed: 220, attack_damage: 18, ...}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setup()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copies those values onto the Player object.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Pick Knight → your Player gets Knight's numbers.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P1 picks Knight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walk_speed = 220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P2 picks Ninja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walk_speed = 320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Same property name. Who walks faster?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P2 (Ninja)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Same name, each instance has its OWN value.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Where in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player.gd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TODO #2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player.gd — right after </a:t>
            </a:r>
            <a:r>
              <a:rPr sz="1800">
                <a:solidFill>
                  <a:srgbClr val="95DA4C"/>
                </a:solidFill>
                <a:latin typeface="Consolas"/>
              </a:rPr>
              <a:t>TODO</a:t>
            </a:r>
            <a:r>
              <a:rPr sz="1800">
                <a:solidFill>
                  <a:srgbClr val="7A7C7D"/>
                </a:solidFill>
                <a:latin typeface="Consolas"/>
              </a:rPr>
              <a:t> #1: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</a:t>
            </a:r>
            <a:r>
              <a:rPr sz="1800">
                <a:solidFill>
                  <a:srgbClr val="95DA4C"/>
                </a:solidFill>
                <a:latin typeface="Consolas"/>
              </a:rPr>
              <a:t>TODO</a:t>
            </a:r>
            <a:r>
              <a:rPr sz="1800">
                <a:solidFill>
                  <a:srgbClr val="7A7C7D"/>
                </a:solidFill>
                <a:latin typeface="Consolas"/>
              </a:rPr>
              <a:t> #2: Declare the five properties that mirror the character config.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Syntax: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- var name: float = value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- var name: String = "value"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#@todo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             ← your code goes here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#@end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TODO #2 — prep: character config vars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Declare the player's walking speed, using Knight's default value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Declare the player's jump strength, using Knight's default value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Declare the player's attack style ("melee" or "projectile"), defaulting to melee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Declare how much damage each hit deals, using Knight's default value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Declare how long between attacks in seconds, using Knight's default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Declare five properties that mirror the character dict keys.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setup()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overwrites these from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CHARACTERS[char_name]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Defaults let the file compile before the game starts.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Five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lines right after TODO #1's block.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#2 — character config vars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11277295" cy="191566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name :=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72484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5092"/>
            <a:ext cx="11277295" cy="1915668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Declare the player's walking speed, using Knight's default value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Declare the player's jump strength, using Knight's default value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Declare the player's attack style ("melee" or "projectile"), defaulting to melee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Declare how much damage each hit deals, using Knight's default value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Declare how long between attacks in seconds, using Knight's default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#1 — tune your fighter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lines 6–59: find your character and change some numbers.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Double Knight's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walk_speed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Give Ninja's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attack_damage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 boost.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Run the game (F5) and feel the difference.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Low on time? Skip this and keep going. Finished early? This is for you.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Chunk #3 — teach the panda how to take damage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You declared HP. Now write the method that makes it go down.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Methods — functions inside a class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A method is a func INSIDE a class.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It can read and change the object's own properties.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func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8E44AD"/>
                </a:solidFill>
                <a:latin typeface="Consolas"/>
              </a:rPr>
              <a:t>eat</a:t>
            </a:r>
            <a:r>
              <a:rPr sz="1800">
                <a:solidFill>
                  <a:srgbClr val="CFCFC2"/>
                </a:solidFill>
                <a:latin typeface="Consolas"/>
              </a:rPr>
              <a:t>():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hunger -= </a:t>
            </a:r>
            <a:r>
              <a:rPr sz="1800">
                <a:solidFill>
                  <a:srgbClr val="F67400"/>
                </a:solidFill>
                <a:latin typeface="Consolas"/>
              </a:rPr>
              <a:t>10</a:t>
            </a:r>
            <a:r>
              <a:rPr sz="1800">
                <a:solidFill>
                  <a:srgbClr val="CFCFC2"/>
                </a:solidFill>
                <a:latin typeface="Consolas"/>
              </a:rPr>
              <a:t>   </a:t>
            </a:r>
            <a:r>
              <a:rPr sz="1800">
                <a:solidFill>
                  <a:srgbClr val="7A7C7D"/>
                </a:solidFill>
                <a:latin typeface="Consolas"/>
              </a:rPr>
              <a:t># changes THIS panda's hunger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What's available in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take_damage()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your chunk #1 property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max_hp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also chunk #1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hit_flash_timer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set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0.2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start the red flash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set_state(\"hit\")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chunk #5, not written yet. Type the line and move 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hp_bar_fill.size.x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set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float(hp) / max_hp * 80.0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shrink the bar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pre-given, call if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hp &lt;= 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Where in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player.gd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TODO #3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func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8E44AD"/>
                </a:solidFill>
                <a:latin typeface="Consolas"/>
              </a:rPr>
              <a:t>take_damage</a:t>
            </a:r>
            <a:r>
              <a:rPr sz="1800">
                <a:solidFill>
                  <a:srgbClr val="CFCFC2"/>
                </a:solidFill>
                <a:latin typeface="Consolas"/>
              </a:rPr>
              <a:t>(amount: int) -&gt; void: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A7C7D"/>
                </a:solidFill>
                <a:latin typeface="Consolas"/>
              </a:rPr>
              <a:t># </a:t>
            </a:r>
            <a:r>
              <a:rPr sz="1800">
                <a:solidFill>
                  <a:srgbClr val="95DA4C"/>
                </a:solidFill>
                <a:latin typeface="Consolas"/>
              </a:rPr>
              <a:t>TODO</a:t>
            </a:r>
            <a:r>
              <a:rPr sz="1800">
                <a:solidFill>
                  <a:srgbClr val="7A7C7D"/>
                </a:solidFill>
                <a:latin typeface="Consolas"/>
              </a:rPr>
              <a:t> #3: Fill this function body.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A7C7D"/>
                </a:solidFill>
                <a:latin typeface="Consolas"/>
              </a:rPr>
              <a:t># Given: hp, max_hp, hit_flash_timer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set_state("hit"), hp_bar_fill.size.x, die()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A7C7D"/>
                </a:solidFill>
                <a:latin typeface="Consolas"/>
              </a:rPr>
              <a:t>#@todo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             ← your code goes here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A7C7D"/>
                </a:solidFill>
                <a:latin typeface="Consolas"/>
              </a:rPr>
              <a:t>#@end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TODO #3 — prep: take_damage body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Subtract the incoming damage from the player's current HP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Start a brief flash effect so the hit is visible on screen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Switch the player into the "hit" state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Resize the HP bar to reflect the new HP percentage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If HP has reached zero or below: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Trigger the player's death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Fill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take_damage()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body so opponents can actually hurt each other.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the HP bar never changes and nobody dies — no fight.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Five lines in order: subtract hp, set flash timer, switch state, resize bar, check for death.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#3 — take_damage body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x -= amount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object.property += amount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8E44AD"/>
                </a:solidFill>
                <a:latin typeface="Consolas"/>
              </a:rPr>
              <a:t>function_name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Subtract the incoming damage from the player's current HP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Start a brief flash effect so the hit is visible on screen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Switch the player into the "hit" state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Resize the HP bar to reflect the new HP percentage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HP has reached zero or below: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Trigger the player's death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Walk C — run the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Run the game. Confirm it opens without errors.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C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Set Main Scene? → Select Current → game opens 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F8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stop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Walk D — reading an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Game didn't open? Find the error and fix it.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D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Output panel → click the blue line number → script editor jumps to error → fix 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Ctrl+S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again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Chunk #4 — two fighters appear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You have a Player class. Time to make two of them.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Instantiate =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/summon panda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Minecraft: /summon panda           → one new panda instance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Godot:     PLAYER_SCENE.instantiate()  → one new Player instance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player1 = PLAYER_SCENE.</a:t>
            </a:r>
            <a:r>
              <a:rPr sz="1800">
                <a:solidFill>
                  <a:srgbClr val="8E44AD"/>
                </a:solidFill>
                <a:latin typeface="Consolas"/>
              </a:rPr>
              <a:t>instantiate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8E44AD"/>
                </a:solidFill>
                <a:latin typeface="Consolas"/>
              </a:rPr>
              <a:t>add_child</a:t>
            </a:r>
            <a:r>
              <a:rPr sz="1800">
                <a:solidFill>
                  <a:srgbClr val="CFCFC2"/>
                </a:solidFill>
                <a:latin typeface="Consolas"/>
              </a:rPr>
              <a:t>(player1) 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puts it in the scene tree (it exists + runs)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player1.</a:t>
            </a:r>
            <a:r>
              <a:rPr sz="1800">
                <a:solidFill>
                  <a:srgbClr val="8E44AD"/>
                </a:solidFill>
                <a:latin typeface="Consolas"/>
              </a:rPr>
              <a:t>setup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  <a:r>
              <a:rPr sz="1800">
                <a:solidFill>
                  <a:srgbClr val="CFCFC2"/>
                </a:solidFill>
                <a:latin typeface="Consolas"/>
              </a:rPr>
              <a:t>, </a:t>
            </a:r>
            <a:r>
              <a:rPr sz="1800">
                <a:solidFill>
                  <a:srgbClr val="F44F4F"/>
                </a:solidFill>
                <a:latin typeface="Consolas"/>
              </a:rPr>
              <a:t>"knight"</a:t>
            </a:r>
            <a:r>
              <a:rPr sz="1800">
                <a:solidFill>
                  <a:srgbClr val="CFCFC2"/>
                </a:solidFill>
                <a:latin typeface="Consolas"/>
              </a:rPr>
              <a:t>, </a:t>
            </a:r>
            <a:r>
              <a:rPr sz="1800">
                <a:solidFill>
                  <a:srgbClr val="8E44AD"/>
                </a:solidFill>
                <a:latin typeface="Consolas"/>
              </a:rPr>
              <a:t>Vector2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67400"/>
                </a:solidFill>
                <a:latin typeface="Consolas"/>
              </a:rPr>
              <a:t>200</a:t>
            </a:r>
            <a:r>
              <a:rPr sz="1800">
                <a:solidFill>
                  <a:srgbClr val="CFCFC2"/>
                </a:solidFill>
                <a:latin typeface="Consolas"/>
              </a:rPr>
              <a:t>, </a:t>
            </a:r>
            <a:r>
              <a:rPr sz="1800">
                <a:solidFill>
                  <a:srgbClr val="F67400"/>
                </a:solidFill>
                <a:latin typeface="Consolas"/>
              </a:rPr>
              <a:t>500</a:t>
            </a:r>
            <a:r>
              <a:rPr sz="1800">
                <a:solidFill>
                  <a:srgbClr val="CFCFC2"/>
                </a:solidFill>
                <a:latin typeface="Consolas"/>
              </a:rPr>
              <a:t>))  </a:t>
            </a:r>
            <a:r>
              <a:rPr sz="1800">
                <a:solidFill>
                  <a:srgbClr val="7A7C7D"/>
                </a:solidFill>
                <a:latin typeface="Consolas"/>
              </a:rPr>
              <a:t># configures it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Where in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main.gd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TODO #4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func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8E44AD"/>
                </a:solidFill>
                <a:latin typeface="Consolas"/>
              </a:rPr>
              <a:t>start_match</a:t>
            </a:r>
            <a:r>
              <a:rPr sz="1800">
                <a:solidFill>
                  <a:srgbClr val="CFCFC2"/>
                </a:solidFill>
                <a:latin typeface="Consolas"/>
              </a:rPr>
              <a:t>(p1_char: String, p2_char: String, map_id: String) -&gt; void: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8E44AD"/>
                </a:solidFill>
                <a:latin typeface="Consolas"/>
              </a:rPr>
              <a:t>clear_match_state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8E44AD"/>
                </a:solidFill>
                <a:latin typeface="Consolas"/>
              </a:rPr>
              <a:t>build_map</a:t>
            </a:r>
            <a:r>
              <a:rPr sz="1800">
                <a:solidFill>
                  <a:srgbClr val="CFCFC2"/>
                </a:solidFill>
                <a:latin typeface="Consolas"/>
              </a:rPr>
              <a:t>(map_id)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A7C7D"/>
                </a:solidFill>
                <a:latin typeface="Consolas"/>
              </a:rPr>
              <a:t># </a:t>
            </a:r>
            <a:r>
              <a:rPr sz="1800">
                <a:solidFill>
                  <a:srgbClr val="95DA4C"/>
                </a:solidFill>
                <a:latin typeface="Consolas"/>
              </a:rPr>
              <a:t>TODO</a:t>
            </a:r>
            <a:r>
              <a:rPr sz="1800">
                <a:solidFill>
                  <a:srgbClr val="7A7C7D"/>
                </a:solidFill>
                <a:latin typeface="Consolas"/>
              </a:rPr>
              <a:t> #4: Build two Player instances — one for P1, one for P2.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A7C7D"/>
                </a:solidFill>
                <a:latin typeface="Consolas"/>
              </a:rPr>
              <a:t># Given: PLAYER_SCENE, player1, player2, p1_char, p2_char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PLAYER_SCENE.instantiate(), add_child(node)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node.setup(num, char, Vector2(x, y))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A7C7D"/>
                </a:solidFill>
                <a:latin typeface="Consolas"/>
              </a:rPr>
              <a:t>#@todo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             ← your code goes here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A7C7D"/>
                </a:solidFill>
                <a:latin typeface="Consolas"/>
              </a:rPr>
              <a:t>#@end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8E44AD"/>
                </a:solidFill>
                <a:latin typeface="Consolas"/>
              </a:rPr>
              <a:t>set_screen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"countdown"</a:t>
            </a:r>
            <a:r>
              <a:rPr sz="1800">
                <a:solidFill>
                  <a:srgbClr val="CFCFC2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TODO #4 — prep: two Player instances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Create a new Player 1 instance from the player scene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Add Player 1 to the game world so it exists and runs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Set up Player 1 as player number 1 with their chosen character on the left side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Create a new Player 2 instance from the player scene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Add Player 2 to the game world so it exists and runs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Set up Player 2 as player number 2 with their chosen character on the right side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Spawn two Player instances at opposite ends of the map.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the fight screen stays empty — no fighters appear.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Instantiate, add to scene, call setup. Do it twice — P1 left side, P2 right side.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#4 — two Player instances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11277295" cy="191566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node := SCENE.</a:t>
            </a:r>
            <a:r>
              <a:rPr sz="1400">
                <a:solidFill>
                  <a:srgbClr val="8E44AD"/>
                </a:solidFill>
                <a:latin typeface="Consolas"/>
              </a:rPr>
              <a:t>instantiate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400">
                <a:solidFill>
                  <a:srgbClr val="8E44AD"/>
                </a:solidFill>
                <a:latin typeface="Consolas"/>
              </a:rPr>
              <a:t>add_child</a:t>
            </a:r>
            <a:r>
              <a:rPr sz="1400">
                <a:solidFill>
                  <a:srgbClr val="CFCFC2"/>
                </a:solidFill>
                <a:latin typeface="Consolas"/>
              </a:rPr>
              <a:t>(node)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node.</a:t>
            </a:r>
            <a:r>
              <a:rPr sz="1400">
                <a:solidFill>
                  <a:srgbClr val="8E44AD"/>
                </a:solidFill>
                <a:latin typeface="Consolas"/>
              </a:rPr>
              <a:t>setup</a:t>
            </a:r>
            <a:r>
              <a:rPr sz="1400">
                <a:solidFill>
                  <a:srgbClr val="CFCFC2"/>
                </a:solidFill>
                <a:latin typeface="Consolas"/>
              </a:rPr>
              <a:t>(args)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8E44AD"/>
                </a:solidFill>
                <a:latin typeface="Consolas"/>
              </a:rPr>
              <a:t>function_name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72484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5092"/>
            <a:ext cx="11277295" cy="1915668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Create a new Player 1 instance from the player scene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Add Player 1 to the game world so it exists and runs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Set up Player 1 as player number 1 with their chosen character on the left side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Create a new Player 2 instance from the player scene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Add Player 2 to the game world so it exists and runs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Set up Player 2 as player number 2 with their chosen character on the right 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Big idea #2 —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Your fighters exist. Now teach them to change mode.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light's current mode is its 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State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Right now the state is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\"red\"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Cars stop.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30 seconds later the state is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\"green\"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Same intersection. Cars go.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Same hardware. Different behavior. That's state.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Three states — three behaviors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| State | Cars do | |---|---|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"red"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Stop |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"yellow"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Slow down |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"green"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Go | Same intersection. The state decides everything.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States change on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\"red\"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(30 s timer)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\"green\"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\"green\"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(25 s timer)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\"yellow\"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\"yellow\"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(3 s timer)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\"red\"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For your fighter: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\"idle\"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(jump pressed)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\"jump\"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State machine in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state = </a:t>
            </a:r>
            <a:r>
              <a:rPr sz="1800">
                <a:solidFill>
                  <a:srgbClr val="F44F4F"/>
                </a:solidFill>
                <a:latin typeface="Consolas"/>
              </a:rPr>
              <a:t>"red"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match</a:t>
            </a:r>
            <a:r>
              <a:rPr sz="1800">
                <a:solidFill>
                  <a:srgbClr val="CFCFC2"/>
                </a:solidFill>
                <a:latin typeface="Consolas"/>
              </a:rPr>
              <a:t> state:    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check current mode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44F4F"/>
                </a:solidFill>
                <a:latin typeface="Consolas"/>
              </a:rPr>
              <a:t>"red"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8E44AD"/>
                </a:solidFill>
                <a:latin typeface="Consolas"/>
              </a:rPr>
              <a:t>cars_must_stop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44F4F"/>
                </a:solidFill>
                <a:latin typeface="Consolas"/>
              </a:rPr>
              <a:t>"yellow"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8E44AD"/>
                </a:solidFill>
                <a:latin typeface="Consolas"/>
              </a:rPr>
              <a:t>cars_slow_down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44F4F"/>
                </a:solidFill>
                <a:latin typeface="Consolas"/>
              </a:rPr>
              <a:t>"green"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8E44AD"/>
                </a:solidFill>
                <a:latin typeface="Consolas"/>
              </a:rPr>
              <a:t>cars_go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func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8E44AD"/>
                </a:solidFill>
                <a:latin typeface="Consolas"/>
              </a:rPr>
              <a:t>set_state</a:t>
            </a:r>
            <a:r>
              <a:rPr sz="1800">
                <a:solidFill>
                  <a:srgbClr val="CFCFC2"/>
                </a:solidFill>
                <a:latin typeface="Consolas"/>
              </a:rPr>
              <a:t>(new_state):   </a:t>
            </a:r>
            <a:r>
              <a:rPr sz="1800">
                <a:solidFill>
                  <a:srgbClr val="7A7C7D"/>
                </a:solidFill>
                <a:latin typeface="Consolas"/>
              </a:rPr>
              <a:t># helper to change mode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new_state == state: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FDBC4B"/>
                </a:solidFill>
                <a:latin typeface="Consolas"/>
              </a:rPr>
              <a:t>return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(new_state)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state = new_state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Light is green. Pedestrian hits the crosswalk button. What state comes next?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yellow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(then red). Green never jumps straight to red.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Same rule for your panda: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\"idle\"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never jumps straight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\"fall\"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Your fighter's 6 states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\"idle\"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\"walk\"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(move direction changes)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\"idle\"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\"walk\"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\"jump\"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(jump pressed on floor)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\"jump\"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\"fall\"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(velocity.y goes positive)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\"fall\"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\"idle\"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(landed on floor)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\"attack\"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from any movement state (attack pressed)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\"hit\"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when damaged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Where in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player.gd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TODO #5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player.gd — after </a:t>
            </a:r>
            <a:r>
              <a:rPr sz="1800">
                <a:solidFill>
                  <a:srgbClr val="95DA4C"/>
                </a:solidFill>
                <a:latin typeface="Consolas"/>
              </a:rPr>
              <a:t>TODO</a:t>
            </a:r>
            <a:r>
              <a:rPr sz="1800">
                <a:solidFill>
                  <a:srgbClr val="7A7C7D"/>
                </a:solidFill>
                <a:latin typeface="Consolas"/>
              </a:rPr>
              <a:t> #1 and #2: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</a:t>
            </a:r>
            <a:r>
              <a:rPr sz="1800">
                <a:solidFill>
                  <a:srgbClr val="95DA4C"/>
                </a:solidFill>
                <a:latin typeface="Consolas"/>
              </a:rPr>
              <a:t>TODO</a:t>
            </a:r>
            <a:r>
              <a:rPr sz="1800">
                <a:solidFill>
                  <a:srgbClr val="7A7C7D"/>
                </a:solidFill>
                <a:latin typeface="Consolas"/>
              </a:rPr>
              <a:t> #5: Declare `state` and write the set_state() helper.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#@todo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             ←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state goes here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             ← </a:t>
            </a:r>
            <a:r>
              <a:rPr sz="1800">
                <a:solidFill>
                  <a:srgbClr val="CFCFC2"/>
                </a:solidFill>
                <a:latin typeface="Consolas"/>
              </a:rPr>
              <a:t>func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8E44AD"/>
                </a:solidFill>
                <a:latin typeface="Consolas"/>
              </a:rPr>
              <a:t>set_state</a:t>
            </a:r>
            <a:r>
              <a:rPr sz="1800">
                <a:solidFill>
                  <a:srgbClr val="CFCFC2"/>
                </a:solidFill>
                <a:latin typeface="Consolas"/>
              </a:rPr>
              <a:t>() goes here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#@end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TODO #5 — prep: state var + set_state helper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Declare the player's current state, starting as "idle"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Write a helper function that changes the state safely: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If the new state is already the current state, return early — don't change anything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Print the new state name so you can watch transitions in the Output panel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Update the state variable to the new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Declare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variable and write the helper that changes it safely.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Chunk #6 reads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every frame. Without it, the match statement breaks.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Declare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state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first. Then write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 set_state()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 the guard + print + assignment.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#5 — state var + set_state helper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11277295" cy="191566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var</a:t>
            </a:r>
            <a:r>
              <a:rPr sz="1100">
                <a:solidFill>
                  <a:srgbClr val="CFCFC2"/>
                </a:solidFill>
                <a:latin typeface="Consolas"/>
              </a:rPr>
              <a:t> name := value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func</a:t>
            </a:r>
            <a:r>
              <a:rPr sz="1100">
                <a:solidFill>
                  <a:srgbClr val="CFCFC2"/>
                </a:solidFill>
                <a:latin typeface="Consolas"/>
              </a:rPr>
              <a:t> </a:t>
            </a:r>
            <a:r>
              <a:rPr sz="1100">
                <a:solidFill>
                  <a:srgbClr val="8E44AD"/>
                </a:solidFill>
                <a:latin typeface="Consolas"/>
              </a:rPr>
              <a:t>name</a:t>
            </a:r>
            <a:r>
              <a:rPr sz="1100">
                <a:solidFill>
                  <a:srgbClr val="CFCFC2"/>
                </a:solidFill>
                <a:latin typeface="Consolas"/>
              </a:rPr>
              <a:t>(param):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  </a:t>
            </a:r>
            <a:r>
              <a:rPr sz="1100">
                <a:solidFill>
                  <a:srgbClr val="8E44AD"/>
                </a:solidFill>
                <a:latin typeface="Consolas"/>
              </a:rPr>
              <a:t>use</a:t>
            </a:r>
            <a:r>
              <a:rPr sz="1100">
                <a:solidFill>
                  <a:srgbClr val="CFCFC2"/>
                </a:solidFill>
                <a:latin typeface="Consolas"/>
              </a:rPr>
              <a:t>(param)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FDBC4B"/>
                </a:solidFill>
                <a:latin typeface="Consolas"/>
              </a:rPr>
              <a:t>if</a:t>
            </a:r>
            <a:r>
              <a:rPr sz="11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FDBC4B"/>
                </a:solidFill>
                <a:latin typeface="Consolas"/>
              </a:rPr>
              <a:t>return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7F8C8D"/>
                </a:solidFill>
                <a:latin typeface="Consolas"/>
              </a:rPr>
              <a:t>print</a:t>
            </a:r>
            <a:r>
              <a:rPr sz="1100">
                <a:solidFill>
                  <a:srgbClr val="CFCFC2"/>
                </a:solidFill>
                <a:latin typeface="Consolas"/>
              </a:rPr>
              <a:t>(</a:t>
            </a:r>
            <a:r>
              <a:rPr sz="1100">
                <a:solidFill>
                  <a:srgbClr val="F44F4F"/>
                </a:solidFill>
                <a:latin typeface="Consolas"/>
              </a:rPr>
              <a:t>"message"</a:t>
            </a:r>
            <a:r>
              <a:rPr sz="1100">
                <a:solidFill>
                  <a:srgbClr val="CFCFC2"/>
                </a:solidFill>
                <a:latin typeface="Consolas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72484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5092"/>
            <a:ext cx="11277295" cy="1915668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Declare the player's current state, starting as "idle"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Write a helper function that changes the state safely: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If the new state is already the current state, return early — don't change anything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Print the new state name so you can watch transitions in the Output panel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Update the state variable to the new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#2 — watch your states 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After filling chunk #5, run the game (F5). Watch the Output panel.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state change prints: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idle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walk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jump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hit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…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Try renaming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\"idle\"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\"chilling\"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your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state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line. Does it still work?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Low on time? Skip. Finished early? This is for you.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Chunk #6 — write the state machine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You have a state variable. Now decide WHEN the state changes.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Back to the traffic light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match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 runs every frame — it's already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_physics_process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(pre-given).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Each branch checks: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should I switch state right now?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\"idle\"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branch: if moving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\"walk\"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If jump pressed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\"jump\"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fill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blocks inside each branch.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Where in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player.gd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TODO #6 (inside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_physics_process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match</a:t>
            </a:r>
            <a:r>
              <a:rPr sz="1800">
                <a:solidFill>
                  <a:srgbClr val="CFCFC2"/>
                </a:solidFill>
                <a:latin typeface="Consolas"/>
              </a:rPr>
              <a:t> state: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44F4F"/>
                </a:solidFill>
                <a:latin typeface="Consolas"/>
              </a:rPr>
              <a:t>"idle"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velocity.x =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  <a:r>
              <a:rPr sz="1800">
                <a:solidFill>
                  <a:srgbClr val="CFCFC2"/>
                </a:solidFill>
                <a:latin typeface="Consolas"/>
              </a:rPr>
              <a:t>       </a:t>
            </a:r>
            <a:r>
              <a:rPr sz="1800">
                <a:solidFill>
                  <a:srgbClr val="7A7C7D"/>
                </a:solidFill>
                <a:latin typeface="Consolas"/>
              </a:rPr>
              <a:t># pre-given (gray)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</a:t>
            </a:r>
            <a:r>
              <a:rPr sz="1800">
                <a:solidFill>
                  <a:srgbClr val="95DA4C"/>
                </a:solidFill>
                <a:latin typeface="Consolas"/>
              </a:rPr>
              <a:t>TODO</a:t>
            </a:r>
            <a:r>
              <a:rPr sz="1800">
                <a:solidFill>
                  <a:srgbClr val="7A7C7D"/>
                </a:solidFill>
                <a:latin typeface="Consolas"/>
              </a:rPr>
              <a:t> #6a: switch to "walk" or "jump"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#@todo  ←  your if blocks  #@end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44F4F"/>
                </a:solidFill>
                <a:latin typeface="Consolas"/>
              </a:rPr>
              <a:t>"walk"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velocity.x = walk_speed * </a:t>
            </a:r>
            <a:r>
              <a:rPr sz="1800">
                <a:solidFill>
                  <a:srgbClr val="8E44AD"/>
                </a:solidFill>
                <a:latin typeface="Consolas"/>
              </a:rPr>
              <a:t>get_move_direction</a:t>
            </a:r>
            <a:r>
              <a:rPr sz="1800">
                <a:solidFill>
                  <a:srgbClr val="CFCFC2"/>
                </a:solidFill>
                <a:latin typeface="Consolas"/>
              </a:rPr>
              <a:t>()  </a:t>
            </a:r>
            <a:r>
              <a:rPr sz="1800">
                <a:solidFill>
                  <a:srgbClr val="7A7C7D"/>
                </a:solidFill>
                <a:latin typeface="Consolas"/>
              </a:rPr>
              <a:t># pre-given (gray)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</a:t>
            </a:r>
            <a:r>
              <a:rPr sz="1800">
                <a:solidFill>
                  <a:srgbClr val="95DA4C"/>
                </a:solidFill>
                <a:latin typeface="Consolas"/>
              </a:rPr>
              <a:t>TODO</a:t>
            </a:r>
            <a:r>
              <a:rPr sz="1800">
                <a:solidFill>
                  <a:srgbClr val="7A7C7D"/>
                </a:solidFill>
                <a:latin typeface="Consolas"/>
              </a:rPr>
              <a:t> #6b: switch to "idle" or "jump"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#@todo  ←  your if blocks  #@end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44F4F"/>
                </a:solidFill>
                <a:latin typeface="Consolas"/>
              </a:rPr>
              <a:t>"jump"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velocity.x = walk_speed * </a:t>
            </a:r>
            <a:r>
              <a:rPr sz="1800">
                <a:solidFill>
                  <a:srgbClr val="8E44AD"/>
                </a:solidFill>
                <a:latin typeface="Consolas"/>
              </a:rPr>
              <a:t>get_move_direction</a:t>
            </a:r>
            <a:r>
              <a:rPr sz="1800">
                <a:solidFill>
                  <a:srgbClr val="CFCFC2"/>
                </a:solidFill>
                <a:latin typeface="Consolas"/>
              </a:rPr>
              <a:t>() * </a:t>
            </a:r>
            <a:r>
              <a:rPr sz="1800">
                <a:solidFill>
                  <a:srgbClr val="F67400"/>
                </a:solidFill>
                <a:latin typeface="Consolas"/>
              </a:rPr>
              <a:t>0.85</a:t>
            </a:r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pre-given (gray)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</a:t>
            </a:r>
            <a:r>
              <a:rPr sz="1800">
                <a:solidFill>
                  <a:srgbClr val="95DA4C"/>
                </a:solidFill>
                <a:latin typeface="Consolas"/>
              </a:rPr>
              <a:t>TODO</a:t>
            </a:r>
            <a:r>
              <a:rPr sz="1800">
                <a:solidFill>
                  <a:srgbClr val="7A7C7D"/>
                </a:solidFill>
                <a:latin typeface="Consolas"/>
              </a:rPr>
              <a:t> #6c: switch to "fall" when rising is done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#@todo  ←  #@end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44F4F"/>
                </a:solidFill>
                <a:latin typeface="Consolas"/>
              </a:rPr>
              <a:t>"fall"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velocity.x = walk_speed * </a:t>
            </a:r>
            <a:r>
              <a:rPr sz="1800">
                <a:solidFill>
                  <a:srgbClr val="8E44AD"/>
                </a:solidFill>
                <a:latin typeface="Consolas"/>
              </a:rPr>
              <a:t>get_move_direction</a:t>
            </a:r>
            <a:r>
              <a:rPr sz="1800">
                <a:solidFill>
                  <a:srgbClr val="CFCFC2"/>
                </a:solidFill>
                <a:latin typeface="Consolas"/>
              </a:rPr>
              <a:t>() * </a:t>
            </a:r>
            <a:r>
              <a:rPr sz="1800">
                <a:solidFill>
                  <a:srgbClr val="F67400"/>
                </a:solidFill>
                <a:latin typeface="Consolas"/>
              </a:rPr>
              <a:t>0.85</a:t>
            </a:r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pre-given (gray)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</a:t>
            </a:r>
            <a:r>
              <a:rPr sz="1800">
                <a:solidFill>
                  <a:srgbClr val="95DA4C"/>
                </a:solidFill>
                <a:latin typeface="Consolas"/>
              </a:rPr>
              <a:t>TODO</a:t>
            </a:r>
            <a:r>
              <a:rPr sz="1800">
                <a:solidFill>
                  <a:srgbClr val="7A7C7D"/>
                </a:solidFill>
                <a:latin typeface="Consolas"/>
              </a:rPr>
              <a:t> #6d: switch to "idle" when landed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#@todo  ←  #@end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TODO #6 — prep: 4 state transitions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"idle" branch (#6a):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If the player presses a direction key, switch to "walk"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If the player presses jump while standing on the floor: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 Launch the player upward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 Switch to "jump"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"walk" branch (#6b):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If the player releases the direction key, switch to "idle"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If the player presses jump while standing on the floor: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 Launch the player upward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 Switch to "jump"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"jump" branch (#6c):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If the player starts moving downward, switch to "fall"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"fall" branch (#6d):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If the player lands on the floor, switch to "idle"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Fill four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blocks — one per state branch — deciding when to transition.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fighters can't move, jump, or fall.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Each branch gets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checks on the given conditions. Call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set_state()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switch.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#6 — 4 state transitions (6a / 6b / 6c / 6d)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11277295" cy="191566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8E44AD"/>
                </a:solidFill>
                <a:latin typeface="Consolas"/>
              </a:rPr>
              <a:t>function_name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72484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5092"/>
            <a:ext cx="11277295" cy="1915668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</a:t>
            </a:r>
            <a:r>
              <a:rPr sz="1100">
                <a:solidFill>
                  <a:srgbClr val="7A7C7D"/>
                </a:solidFill>
                <a:latin typeface="Consolas"/>
              </a:rPr>
              <a:t># "idle" branch (#6a):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</a:t>
            </a:r>
            <a:r>
              <a:rPr sz="1100">
                <a:solidFill>
                  <a:srgbClr val="7A7C7D"/>
                </a:solidFill>
                <a:latin typeface="Consolas"/>
              </a:rPr>
              <a:t>#     If the player presses a direction key, switch to "walk"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</a:t>
            </a:r>
            <a:r>
              <a:rPr sz="1100">
                <a:solidFill>
                  <a:srgbClr val="7A7C7D"/>
                </a:solidFill>
                <a:latin typeface="Consolas"/>
              </a:rPr>
              <a:t>#     If the player presses jump while standing on the floor: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</a:t>
            </a:r>
            <a:r>
              <a:rPr sz="1100">
                <a:solidFill>
                  <a:srgbClr val="7A7C7D"/>
                </a:solidFill>
                <a:latin typeface="Consolas"/>
              </a:rPr>
              <a:t>#         Launch the player upward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</a:t>
            </a:r>
            <a:r>
              <a:rPr sz="1100">
                <a:solidFill>
                  <a:srgbClr val="7A7C7D"/>
                </a:solidFill>
                <a:latin typeface="Consolas"/>
              </a:rPr>
              <a:t>#         Switch to "jump"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</a:t>
            </a:r>
            <a:r>
              <a:rPr sz="1100">
                <a:solidFill>
                  <a:srgbClr val="7A7C7D"/>
                </a:solidFill>
                <a:latin typeface="Consolas"/>
              </a:rPr>
              <a:t># "walk" branch (#6b):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</a:t>
            </a:r>
            <a:r>
              <a:rPr sz="1100">
                <a:solidFill>
                  <a:srgbClr val="7A7C7D"/>
                </a:solidFill>
                <a:latin typeface="Consolas"/>
              </a:rPr>
              <a:t>#     If the player releases the direction key, switch to "idle"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</a:t>
            </a:r>
            <a:r>
              <a:rPr sz="1100">
                <a:solidFill>
                  <a:srgbClr val="7A7C7D"/>
                </a:solidFill>
                <a:latin typeface="Consolas"/>
              </a:rPr>
              <a:t>#     If the player presses jump while standing on the floor: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</a:t>
            </a:r>
            <a:r>
              <a:rPr sz="1100">
                <a:solidFill>
                  <a:srgbClr val="7A7C7D"/>
                </a:solidFill>
                <a:latin typeface="Consolas"/>
              </a:rPr>
              <a:t>#         Launch the player upward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</a:t>
            </a:r>
            <a:r>
              <a:rPr sz="1100">
                <a:solidFill>
                  <a:srgbClr val="7A7C7D"/>
                </a:solidFill>
                <a:latin typeface="Consolas"/>
              </a:rPr>
              <a:t>#         Switch to "jump"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</a:t>
            </a:r>
            <a:r>
              <a:rPr sz="1100">
                <a:solidFill>
                  <a:srgbClr val="7A7C7D"/>
                </a:solidFill>
                <a:latin typeface="Consolas"/>
              </a:rPr>
              <a:t># "jump" branch (#6c):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</a:t>
            </a:r>
            <a:r>
              <a:rPr sz="1100">
                <a:solidFill>
                  <a:srgbClr val="7A7C7D"/>
                </a:solidFill>
                <a:latin typeface="Consolas"/>
              </a:rPr>
              <a:t>#     If the player starts moving downward, switch to "fall"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</a:t>
            </a:r>
            <a:r>
              <a:rPr sz="1100">
                <a:solidFill>
                  <a:srgbClr val="7A7C7D"/>
                </a:solidFill>
                <a:latin typeface="Consolas"/>
              </a:rPr>
              <a:t># "fall" branch (#6d):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</a:t>
            </a:r>
            <a:r>
              <a:rPr sz="1100">
                <a:solidFill>
                  <a:srgbClr val="7A7C7D"/>
                </a:solidFill>
                <a:latin typeface="Consolas"/>
              </a:rPr>
              <a:t>#     If the player lands on the floor, switch to "idle"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#3 — build your own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const MAPS := {...}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Each platform is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[x, y, w, h, one_way]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Add a new platform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\"battlefield\"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[540, 500, 150, 16, true]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Run the game (F5). Jump on your platform.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Low on time? Skip. Finished early? This is for you.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Chunk #7 — let them fight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State machine works. Time to write the hit check.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attack()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the outer shell (pre-given)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func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8E44AD"/>
                </a:solidFill>
                <a:latin typeface="Consolas"/>
              </a:rPr>
              <a:t>attack</a:t>
            </a:r>
            <a:r>
              <a:rPr sz="1800">
                <a:solidFill>
                  <a:srgbClr val="CFCFC2"/>
                </a:solidFill>
                <a:latin typeface="Consolas"/>
              </a:rPr>
              <a:t>() -&gt; void: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attack_cooldown_timer = attack_cooldown   </a:t>
            </a:r>
            <a:r>
              <a:rPr sz="1800">
                <a:solidFill>
                  <a:srgbClr val="7A7C7D"/>
                </a:solidFill>
                <a:latin typeface="Consolas"/>
              </a:rPr>
              <a:t># pre-given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match</a:t>
            </a:r>
            <a:r>
              <a:rPr sz="1800">
                <a:solidFill>
                  <a:srgbClr val="CFCFC2"/>
                </a:solidFill>
                <a:latin typeface="Consolas"/>
              </a:rPr>
              <a:t> attack_type:              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pre-given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F44F4F"/>
                </a:solidFill>
                <a:latin typeface="Consolas"/>
              </a:rPr>
              <a:t>"melee"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melee_swing_timer = </a:t>
            </a:r>
            <a:r>
              <a:rPr sz="1800">
                <a:solidFill>
                  <a:srgbClr val="F67400"/>
                </a:solidFill>
                <a:latin typeface="Consolas"/>
              </a:rPr>
              <a:t>0.15</a:t>
            </a:r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pre-given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</a:t>
            </a:r>
            <a:r>
              <a:rPr sz="1800">
                <a:solidFill>
                  <a:srgbClr val="8E44AD"/>
                </a:solidFill>
                <a:latin typeface="Consolas"/>
              </a:rPr>
              <a:t>queue_redraw</a:t>
            </a:r>
            <a:r>
              <a:rPr sz="1800">
                <a:solidFill>
                  <a:srgbClr val="CFCFC2"/>
                </a:solidFill>
                <a:latin typeface="Consolas"/>
              </a:rPr>
              <a:t>()          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pre-given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opponent = </a:t>
            </a:r>
            <a:r>
              <a:rPr sz="1800">
                <a:solidFill>
                  <a:srgbClr val="8E44AD"/>
                </a:solidFill>
                <a:latin typeface="Consolas"/>
              </a:rPr>
              <a:t>get_opponent</a:t>
            </a:r>
            <a:r>
              <a:rPr sz="1800">
                <a:solidFill>
                  <a:srgbClr val="CFCFC2"/>
                </a:solidFill>
                <a:latin typeface="Consolas"/>
              </a:rPr>
              <a:t>()     </a:t>
            </a:r>
            <a:r>
              <a:rPr sz="1800">
                <a:solidFill>
                  <a:srgbClr val="7A7C7D"/>
                </a:solidFill>
                <a:latin typeface="Consolas"/>
              </a:rPr>
              <a:t># pre-given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── pre-given math (gray) ──────────────────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in_range = </a:t>
            </a:r>
            <a:r>
              <a:rPr sz="1800">
                <a:solidFill>
                  <a:srgbClr val="7F8C8D"/>
                </a:solidFill>
                <a:latin typeface="Consolas"/>
              </a:rPr>
              <a:t>abs</a:t>
            </a:r>
            <a:r>
              <a:rPr sz="1800">
                <a:solidFill>
                  <a:srgbClr val="CFCFC2"/>
                </a:solidFill>
                <a:latin typeface="Consolas"/>
              </a:rPr>
              <a:t>(to_opp.x) &lt;= character_data[</a:t>
            </a:r>
            <a:r>
              <a:rPr sz="1800">
                <a:solidFill>
                  <a:srgbClr val="F44F4F"/>
                </a:solidFill>
                <a:latin typeface="Consolas"/>
              </a:rPr>
              <a:t>"attack_range"</a:t>
            </a:r>
            <a:r>
              <a:rPr sz="1800">
                <a:solidFill>
                  <a:srgbClr val="CFCFC2"/>
                </a:solidFill>
                <a:latin typeface="Consolas"/>
              </a:rPr>
              <a:t>]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facing_opponent = </a:t>
            </a:r>
            <a:r>
              <a:rPr sz="1800">
                <a:solidFill>
                  <a:srgbClr val="7F8C8D"/>
                </a:solidFill>
                <a:latin typeface="Consolas"/>
              </a:rPr>
              <a:t>sign</a:t>
            </a:r>
            <a:r>
              <a:rPr sz="1800">
                <a:solidFill>
                  <a:srgbClr val="CFCFC2"/>
                </a:solidFill>
                <a:latin typeface="Consolas"/>
              </a:rPr>
              <a:t>(to_opp.x) == facing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same_height = </a:t>
            </a:r>
            <a:r>
              <a:rPr sz="1800">
                <a:solidFill>
                  <a:srgbClr val="7F8C8D"/>
                </a:solidFill>
                <a:latin typeface="Consolas"/>
              </a:rPr>
              <a:t>abs</a:t>
            </a:r>
            <a:r>
              <a:rPr sz="1800">
                <a:solidFill>
                  <a:srgbClr val="CFCFC2"/>
                </a:solidFill>
                <a:latin typeface="Consolas"/>
              </a:rPr>
              <a:t>(to_opp.y) &lt;= </a:t>
            </a:r>
            <a:r>
              <a:rPr sz="1800">
                <a:solidFill>
                  <a:srgbClr val="F67400"/>
                </a:solidFill>
                <a:latin typeface="Consolas"/>
              </a:rPr>
              <a:t>60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← YOUR HOLE: the if check that uses these three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F44F4F"/>
                </a:solidFill>
                <a:latin typeface="Consolas"/>
              </a:rPr>
              <a:t>"projectile"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</a:t>
            </a:r>
            <a:r>
              <a:rPr sz="1800">
                <a:solidFill>
                  <a:srgbClr val="8E44AD"/>
                </a:solidFill>
                <a:latin typeface="Consolas"/>
              </a:rPr>
              <a:t>spawn_projectile</a:t>
            </a:r>
            <a:r>
              <a:rPr sz="1800">
                <a:solidFill>
                  <a:srgbClr val="CFCFC2"/>
                </a:solidFill>
                <a:latin typeface="Consolas"/>
              </a:rPr>
              <a:t>()     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pre-given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Where in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player.gd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TODO #7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Pre-given (gray — you don't write this):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in_range = </a:t>
            </a:r>
            <a:r>
              <a:rPr sz="1800">
                <a:solidFill>
                  <a:srgbClr val="7F8C8D"/>
                </a:solidFill>
                <a:latin typeface="Consolas"/>
              </a:rPr>
              <a:t>abs</a:t>
            </a:r>
            <a:r>
              <a:rPr sz="1800">
                <a:solidFill>
                  <a:srgbClr val="CFCFC2"/>
                </a:solidFill>
                <a:latin typeface="Consolas"/>
              </a:rPr>
              <a:t>(to_opp.x) &lt;= character_data[</a:t>
            </a:r>
            <a:r>
              <a:rPr sz="1800">
                <a:solidFill>
                  <a:srgbClr val="F44F4F"/>
                </a:solidFill>
                <a:latin typeface="Consolas"/>
              </a:rPr>
              <a:t>"attack_range"</a:t>
            </a:r>
            <a:r>
              <a:rPr sz="1800">
                <a:solidFill>
                  <a:srgbClr val="CFCFC2"/>
                </a:solidFill>
                <a:latin typeface="Consolas"/>
              </a:rPr>
              <a:t>]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facing_opponent = </a:t>
            </a:r>
            <a:r>
              <a:rPr sz="1800">
                <a:solidFill>
                  <a:srgbClr val="7F8C8D"/>
                </a:solidFill>
                <a:latin typeface="Consolas"/>
              </a:rPr>
              <a:t>sign</a:t>
            </a:r>
            <a:r>
              <a:rPr sz="1800">
                <a:solidFill>
                  <a:srgbClr val="CFCFC2"/>
                </a:solidFill>
                <a:latin typeface="Consolas"/>
              </a:rPr>
              <a:t>(to_opp.x) == facing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same_height = </a:t>
            </a:r>
            <a:r>
              <a:rPr sz="1800">
                <a:solidFill>
                  <a:srgbClr val="7F8C8D"/>
                </a:solidFill>
                <a:latin typeface="Consolas"/>
              </a:rPr>
              <a:t>abs</a:t>
            </a:r>
            <a:r>
              <a:rPr sz="1800">
                <a:solidFill>
                  <a:srgbClr val="CFCFC2"/>
                </a:solidFill>
                <a:latin typeface="Consolas"/>
              </a:rPr>
              <a:t>(to_opp.y) &lt;= </a:t>
            </a:r>
            <a:r>
              <a:rPr sz="1800">
                <a:solidFill>
                  <a:srgbClr val="F67400"/>
                </a:solidFill>
                <a:latin typeface="Consolas"/>
              </a:rPr>
              <a:t>60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</a:t>
            </a:r>
            <a:r>
              <a:rPr sz="1800">
                <a:solidFill>
                  <a:srgbClr val="95DA4C"/>
                </a:solidFill>
                <a:latin typeface="Consolas"/>
              </a:rPr>
              <a:t>TODO</a:t>
            </a:r>
            <a:r>
              <a:rPr sz="1800">
                <a:solidFill>
                  <a:srgbClr val="7A7C7D"/>
                </a:solidFill>
                <a:latin typeface="Consolas"/>
              </a:rPr>
              <a:t> #7: write the if check that uses all three: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#@todo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             ← just the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block goes here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#@end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TODO #7 — prep: the hit-check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If the opponent is close enough, being faced, and at the same height: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Deal attack damage to the opponent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Write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that decides whether a melee attack lands.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Three conditions must all be true: close enough, facing them, same height.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lines.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in_range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facing_opponent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same_height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all pre-given above your hole.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#7 — the hit-check `if`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11277295" cy="191566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8E44AD"/>
                </a:solidFill>
                <a:latin typeface="Consolas"/>
              </a:rPr>
              <a:t>function_name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72484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5092"/>
            <a:ext cx="11277295" cy="1915668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the opponent is close enough, being faced, and at the same height: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Deal attack damage to the opponent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#4 — tune your attack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CHARACTERS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dict: find your fighter.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attack_range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smaller = must be close. Bigger = long reach.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attack_cooldown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smaller = faster attacks. Bigger = slower.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Make one fighter feel sluggish and one feel snappy.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Low on time? Skip. Finished early? This is for you.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Final Challenge — Invent your own character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final_challenge.gd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separate script with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holes.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Fill FC-1, FC-2, FC-3 to add a brand-new 5th character to the roster.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Pick any sprite, any stats, any attack behavior.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Add a new character — every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Step 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final_challenge.gd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fill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CUSTOM_CHARACTER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dict (FC-1). Set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attack_type: \"custom\"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Step 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_ready()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add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CHARACTERS[\"custom\"] = CUSTOM_CHARACTER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Step 3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_unhandled_input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add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\"custom\"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keys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array as index 4.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Step 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Update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title_label.text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include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5 = &lt;YourCharacterName&gt;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Step 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add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\"custom\":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branch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match attack_type: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(FC-3). Write any behavior.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Step 6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Save all three files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final_challenge.gd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 Press F5. Press 5 at char select.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 already know how to do this.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#1 + #2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(property declarations — fill the stats dict)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(hook a new instance into the system)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FC-3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#6 + #7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(match branch + hit check)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Final Challenge — all holes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| FC | Mirrors | Syntax | Write this (comments) | |---|---|---|---|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CUSTOM_CHARACTER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dict | #1 + #2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Fill all 11 keys: display_name, sprite, tint, walk_speed, jump_impulse, attack_type ("custom"), attack_damage, attack_cooldown, attack_range, projectile_speed, projectile_gravity_scale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Register in CHARACTERS | #4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func_call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CHARACTERS["custom"] = CUSTOM_CHARACTER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Add "custom" to keys array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Update title_label.text to show "5 = YourName"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FC-3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custom attack branch | #6 + #7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match_stmt, if, func_call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"custom":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    opponent.take_damage(attack_damage)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    (or: spawn_projectile(), hp += 5, or anything)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Take it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Turn your Fighter game into a real Windows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.exe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— no Godot needed.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79</a:t>
            </a:r>
          </a:p>
        </p:txBody>
      </p:sp>
      <p:pic>
        <p:nvPicPr>
          <p:cNvPr id="8" name="Picture 7" descr="D1B6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6617"/>
            <a:ext cx="6766376" cy="43391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top menu bar,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Export…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80</a:t>
            </a:r>
          </a:p>
        </p:txBody>
      </p:sp>
      <p:pic>
        <p:nvPicPr>
          <p:cNvPr id="8" name="Picture 7" descr="D1B6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52613"/>
            <a:ext cx="6766377" cy="41471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Add…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add a platform target.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81</a:t>
            </a:r>
          </a:p>
        </p:txBody>
      </p:sp>
      <p:pic>
        <p:nvPicPr>
          <p:cNvPr id="8" name="Picture 7" descr="D1B6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0663"/>
            <a:ext cx="6766377" cy="40310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Windows Desktop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82</a:t>
            </a:r>
          </a:p>
        </p:txBody>
      </p:sp>
      <p:pic>
        <p:nvPicPr>
          <p:cNvPr id="8" name="Picture 7" descr="D1B6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46076"/>
            <a:ext cx="6766377" cy="2360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Windows Desktop preset added. Leave options as-is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Runnable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on,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x86_64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83</a:t>
            </a:r>
          </a:p>
        </p:txBody>
      </p:sp>
      <p:pic>
        <p:nvPicPr>
          <p:cNvPr id="8" name="Picture 7" descr="D1B6S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80553"/>
            <a:ext cx="6766377" cy="32912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See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'No export template found'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?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Manage Export Templates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84</a:t>
            </a:r>
          </a:p>
        </p:txBody>
      </p:sp>
      <p:pic>
        <p:nvPicPr>
          <p:cNvPr id="8" name="Picture 7" descr="D1B6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58843"/>
            <a:ext cx="6766377" cy="35346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Download and Install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Let it finish.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85</a:t>
            </a:r>
          </a:p>
        </p:txBody>
      </p:sp>
      <p:pic>
        <p:nvPicPr>
          <p:cNvPr id="8" name="Picture 7" descr="D1B6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4883"/>
            <a:ext cx="6766377" cy="46825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 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type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 4 - Fighter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pick folder 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Save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86</a:t>
            </a:r>
          </a:p>
        </p:txBody>
      </p:sp>
      <p:pic>
        <p:nvPicPr>
          <p:cNvPr id="8" name="Picture 7" descr="D1B6S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82839"/>
            <a:ext cx="6766377" cy="40866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writes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+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.pck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Double-click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runs without Godot. Keep both files together.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Tomorrow: no new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Day 5 = Steam Escape Simulator workshop + showcase. You BUILD an escape room. Then you play each other's.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