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2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ghost_personalities.gd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spawn_personality_ghosts()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 in range(PERSONALITY_COUNT):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spawn_one_personality(i)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1430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  step_all_personality_ghosts()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step_personality(ghost)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1430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count_ghosts_of(personality) -&gt; 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count := 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ghost.get_meta("personality") == personality: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count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55448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#3  --  get_meta() reads the tag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FC-4  reset_personality_ghosts()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" y="3922776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3945636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i := 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respawn_personality_ghost(ghost, i)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 +=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" y="455371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#4  --  i tracks the slot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9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009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153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  target_for(ghost) -&gt; Vector2i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674" y="3922776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1538" y="3945636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p = ghost.get_meta("personality")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BLINKY:  return blinky_target(ghost)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PINKY:   return pinky_target(ghost)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INKY:    return 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clyde_target(ghost)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1538" y="469087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  --  get_meta + return inside 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74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474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FC-6  is_clyde_close(ghost) -&gt; bool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1324" y="3922776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3945636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d := distance_to_player(ghost)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d &lt; 8.0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427939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#6  --  return a comparison directly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3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endless_mode.gd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state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timer: float = 0.0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count: int 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interval: float = START_VALUE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queue: Array = []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streak: int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55448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FC-2a  queue_spawn(t)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182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my_list.append(item)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0058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#2a  --  .append() adds to back of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FC-2b  take_next_spawn()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457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item = my_list.pop_front()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do_something(item)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score += BONUS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28016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#2b  --  .pop_front() removes from front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per-frame buff sweep  (inside endless_tick)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" y="2877312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2900172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item in list_a: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process_a(item, delta)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item in list_b: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process_b(item, delta)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" y="350824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#3  --  two for-loops back to 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9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009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153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FC-4  buff_all(enemy_list, delta)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674" y="2877312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1538" y="2900172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item in my_list: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do_thing(item, delta)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1538" y="323392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#4  --  list arrives as a parameter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74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474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FC-5a  get_fastest_enemy() -&gt; Node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1324" y="2877312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2900172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item in collection: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item.value &gt; best_so_far: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winner = item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best_so_far = item.value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350824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#5a  --  track best as you loop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544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FC-5b  get_wounded_enemies() -&gt; Array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" y="4968240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4991100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found: Array = []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item in collection: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item.stat &lt;= cutoff: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found.append(item)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found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" y="573633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#5b  --  build + return a new 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009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4009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3153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FC-6  escalate()  match branches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6674" y="4968240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31538" y="4991100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kind = pick_from(group)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do_thing(kind)           # easy:   x1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do_thing(kind)           # medium: x2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do_thing(kind)           # hard:   x3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do_thing(kind)           # insane: x4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31538" y="573633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#6  --  repeat the call N times per branch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474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474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618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FC-7  check_for_screen_clear()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61324" y="4968240"/>
            <a:ext cx="3838346" cy="868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6188" y="4991100"/>
            <a:ext cx="372861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list_a.size() == 0 and list_b.size() == 0: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counter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level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interval *= SHRINK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score += REGEN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next_phase()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6188" y="587349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#7  --  .size()==0 on both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4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final_challenge.gd  /  player.gd  /  main.gd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Fill your character's stats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const CUSTOM_CHARACTER := {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"display_name": "YourName",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"walk_speed":   250.0,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"jump_impulse": 540.0,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"attack_damage": 12,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"attack_type": "custom",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8288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Change any values -- keep  attack_type: "custom"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  Register in main.gd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182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CHARACTERS["custom"] = CUSTOM_CHARACTER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0058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In main.gd _ready(), after CHARACTERS is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Custom attack  (player.gd)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868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"custom":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opponent.take_damage(attack_damage)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examples: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hp += 10              -&gt; heal yourself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spawn_projectile()    -&gt; fire a shot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take_damage() twice   -&gt; double hit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6916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Add a "custom": branch in the attack() match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