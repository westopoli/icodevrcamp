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D2Pacman2.png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Dots to chomp. Ghosts to dodge. A tunnel that wraps. Every visible thing on screen is a tile painted on a grid — and the code you'll write moves the player and spawns the ghosts.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Pac-Man changed everything (1980)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Pre-1980 arcades = almost all space shooters (Space Invaders, Asteroids). Pac-Man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invented the maze chase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character that had 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Pac-Man + 4 named ghosts (Blinky, Pinky, Inky, Clyde), each its own AI brain.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cutscenes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intermissions between levels).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arcade game marketed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beyond boys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broke the "arcade = boys only" mold.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giant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merchandising wave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lunchboxes, a cartoon, a hit song ("Pac-Man Fever").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Bottom line: no Pac-Man → maybe no Mario, no Sonic, no character mascots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Variables + Conditions. You named things and made choices.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 +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repeat things and package code into reusable recipes.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Two new tools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 ←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3 Tower Defense — Lists + Objects (preview)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 deep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VR Escape Room — Showcase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concepts: Loops +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make the same code run again and again (spawn 3 ghosts, move every ghost, scan 868 tiles).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give a block of code a name, call it whenever you need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GDScript is Python — except one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55767" cy="3886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stuff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stuff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lives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lives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keep_playing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keep_playing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def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the Day 2 Maze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the Day 2 Maze project the same way you did yesterday.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Godot Launcher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Day2_Maze_Game/project.godot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main.gd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and switch to the Script editor — same way as yesterday.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New today: TileSet and TileMapLayer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palette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resource file that chops the Kenney atlas PNG into named 16×16 tiles.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TileMapLayer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scene that paints tiles from the TileSet onto a 2D grid.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Think: TileSet = the box of crayons. TileMapLayer = the coloring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layers share one TileSet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collision tiles that block movement.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the pellets to chomp.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layers use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same 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palette. Two painted canvases, one box of crayons.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chunk #6 call: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wall_layer.get_cell_source_id(cell)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returns tile ID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empty.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D2TileSet1.png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Scene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(top-left), find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 and click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D2TileSet2.png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Inspector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(right panel), find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 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property. Click the resource name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Edit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T.3 — TileSet panel at the bottom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TileSet panel appears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bottom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Left side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Sources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one source: the Kenney atlas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tilemap_packed.png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T.4 — Click the source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source row in the Sources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atlas appears on the right,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chopped into 16×16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tile has an ID — that's what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get_cell_source_id()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get_cell_source_id(cell)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your one TileSet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Returns the tile's source ID, or -1 if no tile is painted there.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wall_layer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get_cell_source_id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cell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open floor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T.6 — Back to the 2D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2D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You've seen the full TileSet pipeline. Now you know what the grid is made of.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'loop'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Roller coaster loop — the track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comes back around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rope tied in a loop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 beginning, no 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= code that repeats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loop runs the same code again and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runs it as many times as you say.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copy-paste. No 50 lines of the same 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14 stairs to your bedroom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night: step, step, step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14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motion.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range(14):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climb_one_stair()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know exactly how many stairs. The loop counts for you.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range(5)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range(N)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N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3 times (i = 0, 1, 2).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10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zero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stairs to climb.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Rule: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`range(N)` gives you N stairs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loop all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Spawn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50 trees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 forest level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range(50):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Deal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4 cards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game start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range(4):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Create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12 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first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range(12):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loop handles the rest.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3 ghosts need to appear in the pen.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a loop: write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spawn_ghost_at(...)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three times. Copy-paste.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a loop: write it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handles 3.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TODO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marker 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This runs once when the game starts.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three ghosts in the pen — but write the spawn call only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D2C1.png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the same key you used yesterday to start the project.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"Set Main Scene?" dialog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Select Current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game window opens.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stop.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at the bottom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line →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blue line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editor jumps to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New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wrote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write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 of a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you already have.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visits every item in the list, one by one.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Each frame, walk through all the ghosts and move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green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blue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D2C2.png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After 2 seconds, ghosts start moving.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Loops have a cousin: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while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while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while = as long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it's raining, stay inside.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there's food on the plate, keep eating.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the block again and again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as long as the condition is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  3  4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vs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same stairs, different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`for`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KNOW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count. (14 stairs to your bedroom — you've climbed them 1000 times.)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`while`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know the count. (Stairs in the dark — step up, stop when your foot finds no stair.)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repeated motion. Different stopping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Stairs in the dark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Power's out. You're climbing stairs. You can't see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Step. Step. Step. Each time: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is there another stair?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Yes → keep going. No → stop.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don't know the count in advance. You stop when the condition is false.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many times does this run?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keep going until the condition is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 &lt; 5: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 reaches 5.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lives hit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has_more_dots():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no dots remain.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a grid for coins: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x &lt; map_width: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Fall until you hit the floor: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not on_ground: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Keep playing until lives run out: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Anything where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 know the 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advance.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count every dot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maze is 28 × 31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868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count how many tiles have a dot — that's the win target.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every column (x) → every row (y) → count the dots.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Neither loop knows the tile count in advance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D2C3a.png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One line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store the result.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D2C3b.png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whole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 body. You'll write the nested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inside.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Get the dot total from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store it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dots_remaining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dots_remaining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count_dots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D2C3a.png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Scan the whole maze with a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loop. Count the dots.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D2C3b.png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Function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the function of…?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remote control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change the channel.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calculator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 math.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let you through (or keep you out).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Function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the thing it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 = a name for a block of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defines the function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 — runs the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the recipe once. Call it any number of times.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pizza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walk into a pizza shop. 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kitchen makes dough → adds tomato → adds cheese → bakes → cuts → boxes.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didn't say any of that. You just said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recipe ran.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print if you call it 3 times?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 once. Call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functions: copy-paste the same 5 lines every time you need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functions: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write 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by name from anywhere in the file.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recipe once → every call gets the update automatically.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are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whenever player presses space.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 health hits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at the start of each wave.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once. Call from many places. No copy-paste.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reset_player()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 ghost catches the player, we need to: send them home, clear movement, wipe direction.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5 lines. We wrap them in a function called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every time a ghost catches the player.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D2C4.png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function body is at main.gd:153-160. You'll write the contents.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the player back to the starting 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D2C4.png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Walk into a ghost. You pop back to the start.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take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inputs. Same thing every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something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between the parentheses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thing is called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parameter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 input you hand to the function.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Parameter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parameter is info you hand to the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inside the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add_points(50)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50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function. Different input each time.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Margherita — large or small?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large."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Kitchen runs the same recipe. Big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small."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Same recipe. Small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 One recipe, different inputs.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function. Different inputs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move_player(Vector2i.UP)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move_player(Vector2i.DOWN)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function, called 4 times a second with whatever key is pressed.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move_player(direction)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 —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up, down, left, or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Arrow key pressed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set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function moves the player one tile in that direction (if no wall is in the way).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D2C5.png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main.gd:171-178.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direction: 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signature is today's lesson — that's the parameter.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Move the player one tile in the direction they pressed — but only if a wall isn't in the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D2C5.png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Press arrow keys. Player slides one tile at a time.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HAND BACK an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moves the player.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slides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idea: a function can also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a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hand an answer back to the caller.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answer has a name: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return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hands a value back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"here's your answer."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caller gets the value and can use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y = double(5)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double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 10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10.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double(n) -&gt; int: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double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int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double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y =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z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double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z = 6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Remember booleans from Day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true/false value — the light switch.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our function hands back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"yes this is a wall" or "no it isn't."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kitchen hands the pizza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Old version: you say "margherita", kitchen makes it. No pizza in your hands.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version: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dinner = margherita("large")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kitchen makes it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hands it to you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dinner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pizza. That's the return value.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-&gt; bool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this function answers yes or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there a wall at this cell?"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is_alive()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player still alive?"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in_range(target)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enemy close enough to shoot?"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yes/no check in a game is a bool-returning function.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hit_wall(cell)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needs to know: "is the next tile a wall?"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hit_wall(next_cell)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gets back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don't move. 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One question. One yes/no answer.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D2C6.png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main.gd:201-204. Off-grid + tunnel guards are pre-given. You write only the in-grid wall query.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cell, hand back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blocked,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open. </a:t>
            </a:r>
            <a:r>
              <a:rPr sz="2000" b="1" i="1">
                <a:solidFill>
                  <a:srgbClr val="1A1A1A"/>
                </a:solidFill>
                <a:latin typeface="Poppins"/>
              </a:rPr>
              <a:t>(off-grid + tunnel pre-given)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is_even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%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D2C6.png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Walls block. Tunnel wraps. Ghosts patrol. Dots are chompable.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TODO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mirrors a chunk you wrote this morning. If you get stuck, scroll up to that chunk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copy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shape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(not the words).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item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+ count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 params)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 a parameter)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returning a bool)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D2FC3.png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Replace 3 identical ghosts with 4 authentic Pac-Man personalities — Blinky, Pinky, Inky, Clyde. Each one targets the player differently.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4 personalities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Ghost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What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Blinky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Heads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straight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Most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aggressive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Pinky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Pink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Aims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4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tiles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ahead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ambush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Inky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Cyan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Uses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Blinky</a:t>
            </a:r>
            <a:r>
              <a:rPr sz="1800">
                <a:solidFill>
                  <a:srgbClr val="CE9178"/>
                </a:solidFill>
                <a:latin typeface="Consolas"/>
              </a:rPr>
              <a:t>'</a:t>
            </a:r>
            <a:r>
              <a:rPr sz="1800">
                <a:solidFill>
                  <a:srgbClr val="CE9178"/>
                </a:solidFill>
                <a:latin typeface="Consolas"/>
              </a:rPr>
              <a:t>s position to flank from the opposite side. | | **Clyde** | Orange | Chases when far. Scatters to the corner when close. |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final_challenge.gd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FC_ENABLED := 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near the top.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Edit the line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FC_ENABLED :=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Save with Ctrl+S. The personality mode is now live.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one ghost per personality — use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range(PERSONALITY_COUNT)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spawn_one_personality(i)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Every frame, give every personality ghost one step — loop over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step_personality(ghost)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green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blue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Count how many ghosts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have the given personality tag.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every personality ghost back to the pen. Loop over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with an index counter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respawn_personality_ghost(ghost, i)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ghost, return its target tile. Read its personality, then return the right pre-given target helper.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Return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the ghost is closer than 8 tiles to the player —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distance_to_player(ghost)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compare.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is_even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%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