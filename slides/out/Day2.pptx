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VR Creator - Day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D2Pacman2.png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Dots to chomp. Ghosts to dodge. A tunnel that wraps. Every visible thing on screen is a tile painted on a grid — and the code you'll write moves the player and spawns the ghosts.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Why Pac-Man changed everything (1980)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Pre-1980 arcades = almost all space shooters (Space Invaders, Asteroids). Pac-Man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invented the maze chase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game with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character that had personality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Pac-Man + 4 named ghosts (Blinky, Pinky, Inky, Clyde), each its own AI brain.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game with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cutscenes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(the intermissions between levels).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arcade game marketed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beyond boys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broke the "arcade = boys only" mold.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giant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merchandising wave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lunchboxes, a cartoon, a hit song ("Pac-Man Fever").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Bottom line: no Pac-Man → maybe no Mario, no Sonic, no character mascots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Yesterday →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Variables + Conditions. You named things and made choices.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Loops + 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You repeat things and package code into reusable recipes.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Two new tools on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5-day arc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1 ✓ Pong — Vars + Conditions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2 ← Pac-Man — Loops + Functions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3 Tower Defense — Lists + Objects (preview)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4 Fighter — Objects deep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5 VR Escape Room — Showcase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Today's concepts: Loops +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make the same code run again and again (spawn 3 ghosts, move every ghost, scan 868 tiles).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give a block of code a name, call it whenever you need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GDScript is Python — except one word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545576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53A2C"/>
                </a:solidFill>
                <a:latin typeface="Poppins"/>
              </a:rPr>
              <a:t>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55767" cy="38862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Python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      </a:t>
            </a:r>
            <a:r>
              <a:rPr sz="1800">
                <a:solidFill>
                  <a:srgbClr val="E6E6E6"/>
                </a:solidFill>
                <a:latin typeface="Consolas"/>
              </a:rPr>
              <a:t>GDScript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              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Python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stuff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      </a:t>
            </a:r>
            <a:r>
              <a:rPr sz="1800">
                <a:solidFill>
                  <a:srgbClr val="E6E6E6"/>
                </a:solidFill>
                <a:latin typeface="Consolas"/>
              </a:rPr>
              <a:t>GDScript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stuff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           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item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Python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lives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GDScript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lives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keep_playing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keep_playing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Python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E6E6E6"/>
                </a:solidFill>
                <a:latin typeface="Consolas"/>
              </a:rPr>
              <a:t>def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add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GDScript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add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      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Pre-coding setup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Open the Day 2 Maze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Open the Day 2 Maze project the same way you did yesterday.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A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Godot Launcher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Import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Navigate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Day2_Maze_Game/project.godot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 &amp; Edit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Open main.gd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Open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main.gd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and switch to the Script editor — same way as yesterday.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B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FileSystem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(bottom-left) → 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Double-click → Script editor opens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New today: TileSet and TileMapLayer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TileSet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palette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A resource file that chops the Kenney atlas PNG into named 16×16 tiles.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TileMapLayer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node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scene that paints tiles from the TileSet onto a 2D grid.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Think: TileSet = the box of crayons. TileMapLayer = the coloring page.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Two layers share one TileSet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Walls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layer — collision tiles that block movement.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layer — the pellets to chomp.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Both layers use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same TileSet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palette. Two painted canvases, one box of crayons.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Your chunk #6 call: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wall_layer.get_cell_source_id(cell)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returns tile ID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if empty.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Step T.3 — TileSet panel at the bottom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TileSet panel appears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bottom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of the editor.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Left side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Sources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one source: the Kenney atlas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tilemap_packed.png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Step T.4 — Click the source 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the source row in the Sources list.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atlas appears on the right,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chopped into 16×16 tiles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tile has an ID — that's what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get_cell_source_id()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get_cell_source_id(cell)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your one TileSet 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Returns the tile's source ID, or -1 if no tile is painted there.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wall_layer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get_cell_source_id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cell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open floor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Step T.6 — Back to the 2D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2D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 at the top of the editor.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You've seen the full TileSet pipeline. Now you know what the grid is made of.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Lesson chunks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Loop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does 'loop' mean?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Roller coaster loop — the track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comes back around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rope tied in a loop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no beginning, no end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code: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 = code that repeats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loop runs the same code again and again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write the action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loop runs it as many times as you say.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 copy-paste. No 50 lines of the same thing.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for i in range(3):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prints: 0  1  2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14 stairs to your bedroom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night: step, step, step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14 times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Same motion. Known count.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range(14):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climb_one_stair()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know exactly how many stairs. The loop counts for you.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How many times does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range(5)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run?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range(N)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N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3 times (i = 0, 1, 2).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range(10)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10 times.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zero times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no stairs to climb.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Rule: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`range(N)` gives you N stairs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Games loop all the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Spawn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50 trees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a forest level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range(50):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Deal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4 cards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game start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range(4):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Create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12 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first wave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range(12):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Write the action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The loop handles the rest.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spawn 3 ghosts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 startup, 3 ghosts need to appear in the pen.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Without a loop: write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spawn_ghost_at(...)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three times. Copy-paste.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 a loop: write it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handles 3.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29</a:t>
            </a:r>
          </a:p>
        </p:txBody>
      </p:sp>
      <p:pic>
        <p:nvPicPr>
          <p:cNvPr id="8" name="Picture 7" descr="D2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21987"/>
            <a:ext cx="6766376" cy="180838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At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TODO #1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marker 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This runs once when the game starts.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Spawn three ghosts in the pen — but write the spawn call only once.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2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996855"/>
            <a:ext cx="5501487" cy="147033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Run your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Press the same key you used yesterday to start the project.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C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"Set Main Scene?" dialog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Select Current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game window opens.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F8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stop.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Game didn't open? Find the error.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D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Look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Output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at the bottom of the editor.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the error line → click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blue line number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editor jumps to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Fix the typo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Ctrl+S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again.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Same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for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. New shape.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Last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wrote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number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after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Known count.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ghost in ghosts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write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name of a 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you already have.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loop visits every item in the list, one by one.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Each frame, walk through all the ghosts and move each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colour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red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green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blue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colour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2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444001"/>
            <a:ext cx="5501487" cy="257603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After 2 seconds, ghosts start moving.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Loops have a cousin: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while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while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while = as long 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it's raining, stay inside.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there's food on the plate, keep eating.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code: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runs the block again and again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as long as the condition is 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prints: 0  1  2  3  4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for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vs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same stairs, different 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`for`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KNOW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 count. (14 stairs to your bedroom — you've climbed them 1000 times.)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`while`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DON'T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know the count. (Stairs in the dark — step up, stop when your foot finds no stair.)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repeated motion. Different stopping rule.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Stairs in the dark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Power's out. You're climbing stairs. You can't see the top.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Step. Step. Step. Each time: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is there another stair?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Yes → keep going. No → stop.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don't know the count in advance. You stop when the condition is false.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How many times does this run?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keep going until the condition is 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n &lt; 5: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n reaches 5.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lives &gt; 0: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lives hit 0.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has_more_dots():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no dots remain.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in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Scan a grid for coins: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x &lt; map_width: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Fall until you hit the floor: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not on_ground: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Keep playing until lives run out: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lives &gt; 0: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Anything where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don't know the count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advance.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count every dot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maze is 28 × 31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868 tiles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 startup, count how many tiles have a dot — that's the win target.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Scan every column (x) → every row (y) → count the dots.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Neither loop knows the tile count in advance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48</a:t>
            </a:r>
          </a:p>
        </p:txBody>
      </p:sp>
      <p:pic>
        <p:nvPicPr>
          <p:cNvPr id="8" name="Picture 7" descr="D2C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625230"/>
            <a:ext cx="6766377" cy="22018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One line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store the result.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49</a:t>
            </a:r>
          </a:p>
        </p:txBody>
      </p:sp>
      <p:pic>
        <p:nvPicPr>
          <p:cNvPr id="8" name="Picture 7" descr="D2C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47400"/>
            <a:ext cx="6766377" cy="45575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whole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function body. You'll write the nested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loops inside.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Get the dot total from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store it in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dots_remaining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dots_remaining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count_dots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2C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836879"/>
            <a:ext cx="5501487" cy="179028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Scan the whole maze with a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loop. Count the dots. Return the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2C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441" y="2971800"/>
            <a:ext cx="5226618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Function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What's the function of…?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remote control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change the channel.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calculator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do math.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let you through (or keep you out).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Function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the thing it DOES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 = a name for a block of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say_hi():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defines the function named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say_hi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say_hi()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calls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it — runs the block.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Define the recipe once. Call it any number of times.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func say_hi():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say_hi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hi!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say_hi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→ "hi!"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say_hi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→ "hi!"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pizza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walk into a pizza shop. 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"Margherita."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kitchen makes dough → adds tomato → adds cheese → bakes → cuts → boxes.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didn't say any of that. You just said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name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The recipe ran.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How many times does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say_hi()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print if you call it 3 times?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Define once. Call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Without functions: copy-paste the same 5 lines every time you need them.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 functions: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write 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call by name from anywhere in the file.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the recipe once → every call gets the update automatically.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are everywhere in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jump()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whenever player presses space.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when health hits 0.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spawn_enemy()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at the start of each wave.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Define once. Call from many places. No copy-paste.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reset_player()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When a ghost catches the player, we need to: send them home, clear movement, wipe direction.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That's 5 lines. We wrap them in a function called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game calls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every time a ghost catches the player.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61</a:t>
            </a:r>
          </a:p>
        </p:txBody>
      </p:sp>
      <p:pic>
        <p:nvPicPr>
          <p:cNvPr id="8" name="Picture 7" descr="D2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75866"/>
            <a:ext cx="6766377" cy="35006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function body is at main.gd:153-160. You'll write the contents.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Send the player back to the starting tile.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say_hi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hi!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2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308905"/>
            <a:ext cx="5501487" cy="284623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Walk into a ghost. You pop back to the start.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can take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Last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no inputs. Same thing every time.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something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between the parentheses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thing is called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parameter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an input you hand to the function.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Parameter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parameter is info you hand to the function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add_points(amount):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add_points(10)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10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inside the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add_points(50)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50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function. Different input each time.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func add_points(amount):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add_points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score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add_points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10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score goes up 10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add_points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50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score goes up 50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Margherita — large or small?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"Margherita large."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Kitchen runs the same recipe. Big ball of dough.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"Margherita small."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Same recipe. Small ball of dough.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size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parameter. One recipe, different inputs.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One function. Different inputs each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move_player(Vector2i.UP)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moves up.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move_player(Vector2i.DOWN)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moves down.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function, called 4 times a second with whatever key is pressed.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move_player(direction)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 —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Vector2i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for up, down, left, or right.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Arrow key pressed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set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called.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function moves the player one tile in that direction (if no wall is in the way).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71</a:t>
            </a:r>
          </a:p>
        </p:txBody>
      </p:sp>
      <p:pic>
        <p:nvPicPr>
          <p:cNvPr id="8" name="Picture 7" descr="D2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31976"/>
            <a:ext cx="6766377" cy="25884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main.gd:171-178.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direction: Vector2i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signature is today's lesson — that's the parameter.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Move the player one tile in the direction they pressed — but only if a wall isn't in the 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add_points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score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2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679751"/>
            <a:ext cx="5501487" cy="21045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Press arrow keys. Player slides one tile at a time.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can HAND BACK an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So far: functions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something.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moves the player.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slides them.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 idea: a function can also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return a value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hand an answer back to the caller.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answer has a name: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return value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return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return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hands a value back to the 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return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"here's your answer."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caller gets the value and can use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y = double(5)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double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returns 10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10.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func double(n) -&gt; int: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double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int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double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y = 10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z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double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z = 6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Remember booleans from Day 1?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boolean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a true/false value — the light switch.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on.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off.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Today: our function hands back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boolean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"yes this is a wall" or "no it isn't."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kitchen hands the pizza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Old version: you say "margherita", kitchen makes it. No pizza in your hands.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 version: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dinner = margherita("large")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kitchen makes it AND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hands it to you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dinner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pizza. That's the return value.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-&gt; bool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this function answers yes or 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hit_wall(cell)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"is there a wall at this cell?"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is_alive()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"is the player still alive?"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in_range(target)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"is the enemy close enough to shoot?"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yes/no check in a game is a bool-returning function.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hit_wall(cell)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needs to know: "is the next tile a wall?"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It calls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hit_wall(next_cell)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gets back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don't move. If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One question. One yes/no answer.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82</a:t>
            </a:r>
          </a:p>
        </p:txBody>
      </p:sp>
      <p:pic>
        <p:nvPicPr>
          <p:cNvPr id="8" name="Picture 7" descr="D2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586" y="1143000"/>
            <a:ext cx="6131605" cy="5166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main.gd:201-204. Off-grid + tunnel guards are pre-given. You write only the in-grid wall query.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Given a cell, hand back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if it's blocked,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if it's open. </a:t>
            </a:r>
            <a:r>
              <a:rPr sz="2000" b="1" i="1">
                <a:solidFill>
                  <a:srgbClr val="1A1A1A"/>
                </a:solidFill>
                <a:latin typeface="Poppins"/>
              </a:rPr>
              <a:t>(off-grid + tunnel pre-given)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is_even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bool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%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2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664" y="2971800"/>
            <a:ext cx="4178173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unspecified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Walls block. Tunnel wraps. Ghosts patrol. Dots are chompable.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Make it yours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game works — now make it YOURS. Use the skills you've learned to personalize it however you like.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Repaint the walls and dots, move the tunnel row, tweak the ghost timing, swap the player for a different sprite.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Download free art from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kenney.nl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drop it in. No wrong answers — make it your own.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Final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Unlock the real Pac-Man ghosts. 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ghost_personalities.gd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six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#@todo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holes, each a reskin of a morning chunk.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When all six are filled: 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flip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PERSONALITY_MODE_ENABLED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and run. Four personality ghosts replace the three plain ones.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You already know how to do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TODO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ghost_personalities.gd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mirrors a chunk you wrote this morning. If you get stuck, scroll up to that chunk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copy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shape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(not the words).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item in 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 + count + return)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no params)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 a parameter)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returning a bool)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4 personalities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Ghost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Colour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What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does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Blinky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Heads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straight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player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Most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aggressive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Pinky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Pink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Aims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4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tiles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ahead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of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player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ambush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Inky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Cyan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|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Uses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Blinky</a:t>
            </a:r>
            <a:r>
              <a:rPr sz="1800">
                <a:solidFill>
                  <a:srgbClr val="CE9178"/>
                </a:solidFill>
                <a:latin typeface="Consolas"/>
              </a:rPr>
              <a:t>'</a:t>
            </a:r>
            <a:r>
              <a:rPr sz="1800">
                <a:solidFill>
                  <a:srgbClr val="CE9178"/>
                </a:solidFill>
                <a:latin typeface="Consolas"/>
              </a:rPr>
              <a:t>s position to flank from the opposite side. | | **Clyde** | Orange | Chases when far. Scatters to the corner when close. |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FC-1 —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spawn_personality_ghosts()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Mirrors Chunk #1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range(N):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shape you wrote this morning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Goal: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spawn one ghost per personality; when done, 4 personality ghosts appear in the pen at startup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Given: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PERSONALITY_COUNT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(= 4)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spawn_one_personality(i)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spawns the i-th personality ghost for you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You write: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2 lines — one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 that calls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spawn_one_personality(i)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each turn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Syntax: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range(PERSONALITY_COUNT):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spawn_one_personality(i)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Spawn one ghost per personality — use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range(PERSONALITY_COUNT)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call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spawn_one_personality(i)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each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2F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5800" y="2971800"/>
            <a:ext cx="5315901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FC-2 —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step_all_personality_ghosts()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Mirrors Chunk #2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item in list: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shape you wrote this morning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Goal: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every frame, give each personality ghost one movement step — after this, the 4 ghosts start patrolling the maze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Given: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(list of all active personality ghosts)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step_personality(ghost)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moves one ghost one tile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You write: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2 lines — loop over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step_personality(ghost)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each turn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Syntax: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ghost in ghosts: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step_personality(ghost)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Every frame, give every personality ghost one step — loop over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call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step_personality(ghost)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colour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red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green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blue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colour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2F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592540"/>
            <a:ext cx="5501487" cy="227895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FC-3 —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count_ghosts_of(personality) -&gt; 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Mirrors Chunk #3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loop + counter pattern; return the total at the end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Goal: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count how many ghosts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have the given personality tag; return that number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Given: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(the list),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ghost.get_meta(\"personality\")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reads one ghost's tag,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personality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(the parameter passed in)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You write: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~5 lines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count :=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loop, check each tag with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increment, then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return count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Syntax: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ghost in ghosts: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if ghost.get_meta(\"personality\") == personality: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    count += 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Count how many ghosts in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have the given personality tag. Return the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while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2F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082437"/>
            <a:ext cx="5501487" cy="329916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FC-4 —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reset_personality_ghosts()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Mirrors Chunk #4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loop with a manual index counter (same pattern as morning chunk #4)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Goal: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send every personality ghost back to the pen; called automatically when the player loses a life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Given: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(the list)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respawn_personality_ghost(ghost, i)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teleports one ghost to pen slot i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You write: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~4 lines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i :=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loop over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respawn_personality_ghost(ghost, i)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then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 += 1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Syntax: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i :=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ghost in ghosts: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respawn_personality_ghost(ghost, i)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i += 1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Send every personality ghost back to the pen. Loop over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ghosts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with an index counter and call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respawn_personality_ghost(ghost, i)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say_hi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hi!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D2FC4.png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FC-5 —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target_for(ghost) -&gt; Vector2i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Mirrors Chunk #5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function that takes a parameter and returns a value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Goal: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given a ghost, return its target tile by reading its personality and calling the right pre-given helper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Given: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ghost.get_meta(\"personality\")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reads the tag; constants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BLINKY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PINKY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INKY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CLYDE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; and helpers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blinky_target(ghost)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pinky_target(ghost)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inky_target(ghost)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clyde_target(ghost)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You write: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~9 lines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p = ghost.get_meta(\"personality\")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then 4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if/elif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branches, each returning the matching target helper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Syntax: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 p == BLINKY: return blinky_target(ghost)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repeat for PINKY, INKY, CLYDE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Given a ghost, return its target tile. Read its personality, then return the right pre-given target helper.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add_points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score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2F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1124" y="2971800"/>
            <a:ext cx="3885252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FC-6 —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is_clyde_close(ghost) -&gt; bool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Mirrors Chunk #6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function that returns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(true or false)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Goal: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when the given ghost is within 8 tiles of the player,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otherwise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Given: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distance_to_player(ghost)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returns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float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tile distance from the ghost to the player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You write: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2 lines — store the distance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then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return d &lt; 8.0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Syntax: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d := distance_to_player(ghost)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return d &lt; 8.0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Return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if the ghost is closer than 8 tiles to the player — call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distance_to_player(ghost)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compare.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is_even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bool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%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2F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681891"/>
            <a:ext cx="5501487" cy="210025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Take it 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Turn your maze game into a real Windows program — a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.exe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you can run on any PC, no Godot needed. Show your family tonight.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102</a:t>
            </a:r>
          </a:p>
        </p:txBody>
      </p:sp>
      <p:pic>
        <p:nvPicPr>
          <p:cNvPr id="8" name="Picture 7" descr="D1B6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6617"/>
            <a:ext cx="6766376" cy="43391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top menu bar,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Project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then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Export…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103</a:t>
            </a:r>
          </a:p>
        </p:txBody>
      </p:sp>
      <p:pic>
        <p:nvPicPr>
          <p:cNvPr id="8" name="Picture 7" descr="D1B6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52613"/>
            <a:ext cx="6766377" cy="41471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Export window opens. It's empty the first time —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Add…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the top to add a target.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104</a:t>
            </a:r>
          </a:p>
        </p:txBody>
      </p:sp>
      <p:pic>
        <p:nvPicPr>
          <p:cNvPr id="8" name="Picture 7" descr="D1B6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10663"/>
            <a:ext cx="6766377" cy="40310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From the list, pick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Windows Desktop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that's the kind of program Windows PCs run.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105</a:t>
            </a:r>
          </a:p>
        </p:txBody>
      </p:sp>
      <p:pic>
        <p:nvPicPr>
          <p:cNvPr id="8" name="Picture 7" descr="D1B6S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46076"/>
            <a:ext cx="6766377" cy="2360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Godot adds a Windows Desktop preset on the left. Leave the options as they are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Runnable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on, Architecture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x86_64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106</a:t>
            </a:r>
          </a:p>
        </p:txBody>
      </p:sp>
      <p:pic>
        <p:nvPicPr>
          <p:cNvPr id="8" name="Picture 7" descr="D1B6S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0553"/>
            <a:ext cx="6766377" cy="32912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first time on a new PC you may see a red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'No export template found'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message.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Manage Export Templates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fix it.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107</a:t>
            </a:r>
          </a:p>
        </p:txBody>
      </p:sp>
      <p:pic>
        <p:nvPicPr>
          <p:cNvPr id="8" name="Picture 7" descr="D1B6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58843"/>
            <a:ext cx="6766377" cy="35346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Export Template Manager,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Download and Install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Let it finish, then close. (One-time setup per computer.)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108</a:t>
            </a:r>
          </a:p>
        </p:txBody>
      </p:sp>
      <p:pic>
        <p:nvPicPr>
          <p:cNvPr id="8" name="Picture 7" descr="D1B6S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84883"/>
            <a:ext cx="6766377" cy="46825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Export Project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type a name (e.g.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 2 - Maze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), pick your folder, and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Save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Godot builds your game.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109</a:t>
            </a:r>
          </a:p>
        </p:txBody>
      </p:sp>
      <p:pic>
        <p:nvPicPr>
          <p:cNvPr id="8" name="Picture 7" descr="D1B6S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82839"/>
            <a:ext cx="6766377" cy="40866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Godot writes your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.exe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plus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.pck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data file into your folder. Double-click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.exe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your maze game runs with no Godot needed. Keep the two files together.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Tomorrow: defend your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1990s. Tower &amp; base defense. We go deeper on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meet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lists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to spawn waves of enemies and the towers that stop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