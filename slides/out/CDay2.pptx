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Creative Coding — Day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"Pac-Man · 1980 · the maze that ate the world. Today you make it YOURS."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Today: build YOUR maze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Chomp every dot to win. Ghosts chase you through the halls — get caught and you lose a life.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The game is almost finished. You add a few loops to bring the ghosts and dots to life...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...then spend the day painting your own maze and making it look like nobody else's.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The 5-day arc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1972 — Pong (yesterday)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1980 — Pac-Man (today)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1990s — Base Defense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late 1990s — Fighter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2020s — Racing + VR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Today's concept: Loops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A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loop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is a way to say 'do this again and again' without writing it out every time.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Need 3 ghosts? Loop 3 times. Need to check every dot in the maze? Loop over them all.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That's the only new idea today. Everything else is already written for you.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GDScript loops are Python loops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65960"/>
            <a:ext cx="545576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E53A2C"/>
                </a:solidFill>
                <a:latin typeface="Poppins"/>
              </a:rPr>
              <a:t>Python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606040"/>
            <a:ext cx="5455767" cy="38862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FDBC4B"/>
                </a:solidFill>
                <a:latin typeface="Consolas"/>
              </a:rPr>
              <a:t>for</a:t>
            </a:r>
            <a:r>
              <a:rPr sz="1800">
                <a:solidFill>
                  <a:srgbClr val="CFCFC2"/>
                </a:solidFill>
                <a:latin typeface="Consolas"/>
              </a:rPr>
              <a:t> i </a:t>
            </a:r>
            <a:r>
              <a:rPr sz="1800">
                <a:solidFill>
                  <a:srgbClr val="CFCFC2"/>
                </a:solidFill>
                <a:latin typeface="Consolas"/>
              </a:rPr>
              <a:t>in</a:t>
            </a:r>
            <a:r>
              <a:rPr sz="1800">
                <a:solidFill>
                  <a:srgbClr val="CFCFC2"/>
                </a:solidFill>
                <a:latin typeface="Consolas"/>
              </a:rPr>
              <a:t> </a:t>
            </a:r>
            <a:r>
              <a:rPr sz="1800">
                <a:solidFill>
                  <a:srgbClr val="7F8C8D"/>
                </a:solidFill>
                <a:latin typeface="Consolas"/>
              </a:rPr>
              <a:t>range</a:t>
            </a:r>
            <a:r>
              <a:rPr sz="1800">
                <a:solidFill>
                  <a:srgbClr val="CFCFC2"/>
                </a:solidFill>
                <a:latin typeface="Consolas"/>
              </a:rPr>
              <a:t>(</a:t>
            </a:r>
            <a:r>
              <a:rPr sz="1800">
                <a:solidFill>
                  <a:srgbClr val="F67400"/>
                </a:solidFill>
                <a:latin typeface="Consolas"/>
              </a:rPr>
              <a:t>3</a:t>
            </a:r>
            <a:r>
              <a:rPr sz="1800">
                <a:solidFill>
                  <a:srgbClr val="CFCFC2"/>
                </a:solidFill>
                <a:latin typeface="Consolas"/>
              </a:rPr>
              <a:t>):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</a:t>
            </a:r>
            <a:r>
              <a:rPr sz="1800">
                <a:solidFill>
                  <a:srgbClr val="7F8C8D"/>
                </a:solidFill>
                <a:latin typeface="Consolas"/>
              </a:rPr>
              <a:t>print</a:t>
            </a:r>
            <a:r>
              <a:rPr sz="1800">
                <a:solidFill>
                  <a:srgbClr val="CFCFC2"/>
                </a:solidFill>
                <a:latin typeface="Consolas"/>
              </a:rPr>
              <a:t>(i)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78727" y="1965960"/>
            <a:ext cx="545576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E53A2C"/>
                </a:solidFill>
                <a:latin typeface="Poppins"/>
              </a:rPr>
              <a:t>GDScript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78727" y="2606040"/>
            <a:ext cx="5455767" cy="38862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FDBC4B"/>
                </a:solidFill>
                <a:latin typeface="Consolas"/>
              </a:rPr>
              <a:t>for</a:t>
            </a:r>
            <a:r>
              <a:rPr sz="1800">
                <a:solidFill>
                  <a:srgbClr val="CFCFC2"/>
                </a:solidFill>
                <a:latin typeface="Consolas"/>
              </a:rPr>
              <a:t> i </a:t>
            </a:r>
            <a:r>
              <a:rPr sz="1800">
                <a:solidFill>
                  <a:srgbClr val="CFCFC2"/>
                </a:solidFill>
                <a:latin typeface="Consolas"/>
              </a:rPr>
              <a:t>in</a:t>
            </a:r>
            <a:r>
              <a:rPr sz="1800">
                <a:solidFill>
                  <a:srgbClr val="CFCFC2"/>
                </a:solidFill>
                <a:latin typeface="Consolas"/>
              </a:rPr>
              <a:t> </a:t>
            </a:r>
            <a:r>
              <a:rPr sz="1800">
                <a:solidFill>
                  <a:srgbClr val="7F8C8D"/>
                </a:solidFill>
                <a:latin typeface="Consolas"/>
              </a:rPr>
              <a:t>range</a:t>
            </a:r>
            <a:r>
              <a:rPr sz="1800">
                <a:solidFill>
                  <a:srgbClr val="CFCFC2"/>
                </a:solidFill>
                <a:latin typeface="Consolas"/>
              </a:rPr>
              <a:t>(</a:t>
            </a:r>
            <a:r>
              <a:rPr sz="1800">
                <a:solidFill>
                  <a:srgbClr val="F67400"/>
                </a:solidFill>
                <a:latin typeface="Consolas"/>
              </a:rPr>
              <a:t>3</a:t>
            </a:r>
            <a:r>
              <a:rPr sz="1800">
                <a:solidFill>
                  <a:srgbClr val="CFCFC2"/>
                </a:solidFill>
                <a:latin typeface="Consolas"/>
              </a:rPr>
              <a:t>):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</a:t>
            </a:r>
            <a:r>
              <a:rPr sz="1800">
                <a:solidFill>
                  <a:srgbClr val="7F8C8D"/>
                </a:solidFill>
                <a:latin typeface="Consolas"/>
              </a:rPr>
              <a:t>print</a:t>
            </a:r>
            <a:r>
              <a:rPr sz="1800">
                <a:solidFill>
                  <a:srgbClr val="CFCFC2"/>
                </a:solidFill>
                <a:latin typeface="Consolas"/>
              </a:rPr>
              <a:t>(i)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Three ways to loop</a:t>
            </a:r>
          </a:p>
        </p:txBody>
      </p:sp>
      <p:sp>
        <p:nvSpPr>
          <p:cNvPr id="9" name="Rectangle 8"/>
          <p:cNvSpPr/>
          <p:nvPr/>
        </p:nvSpPr>
        <p:spPr>
          <a:xfrm>
            <a:off x="1584929" y="1965960"/>
            <a:ext cx="9021836" cy="4526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FDBC4B"/>
                </a:solidFill>
                <a:latin typeface="Consolas"/>
              </a:rPr>
              <a:t>for</a:t>
            </a:r>
            <a:r>
              <a:rPr sz="1800">
                <a:solidFill>
                  <a:srgbClr val="CFCFC2"/>
                </a:solidFill>
                <a:latin typeface="Consolas"/>
              </a:rPr>
              <a:t> i </a:t>
            </a:r>
            <a:r>
              <a:rPr sz="1800">
                <a:solidFill>
                  <a:srgbClr val="CFCFC2"/>
                </a:solidFill>
                <a:latin typeface="Consolas"/>
              </a:rPr>
              <a:t>in</a:t>
            </a:r>
            <a:r>
              <a:rPr sz="1800">
                <a:solidFill>
                  <a:srgbClr val="CFCFC2"/>
                </a:solidFill>
                <a:latin typeface="Consolas"/>
              </a:rPr>
              <a:t> </a:t>
            </a:r>
            <a:r>
              <a:rPr sz="1800">
                <a:solidFill>
                  <a:srgbClr val="7F8C8D"/>
                </a:solidFill>
                <a:latin typeface="Consolas"/>
              </a:rPr>
              <a:t>range</a:t>
            </a:r>
            <a:r>
              <a:rPr sz="1800">
                <a:solidFill>
                  <a:srgbClr val="CFCFC2"/>
                </a:solidFill>
                <a:latin typeface="Consolas"/>
              </a:rPr>
              <a:t>(</a:t>
            </a:r>
            <a:r>
              <a:rPr sz="1800">
                <a:solidFill>
                  <a:srgbClr val="F67400"/>
                </a:solidFill>
                <a:latin typeface="Consolas"/>
              </a:rPr>
              <a:t>3</a:t>
            </a:r>
            <a:r>
              <a:rPr sz="1800">
                <a:solidFill>
                  <a:srgbClr val="CFCFC2"/>
                </a:solidFill>
                <a:latin typeface="Consolas"/>
              </a:rPr>
              <a:t>):        </a:t>
            </a:r>
            <a:r>
              <a:rPr sz="1800">
                <a:solidFill>
                  <a:srgbClr val="7A7C7D"/>
                </a:solidFill>
                <a:latin typeface="Consolas"/>
              </a:rPr>
              <a:t># run 3 times: i is 0, 1, 2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</a:t>
            </a:r>
            <a:r>
              <a:rPr sz="1800">
                <a:solidFill>
                  <a:srgbClr val="7F8C8D"/>
                </a:solidFill>
                <a:latin typeface="Consolas"/>
              </a:rPr>
              <a:t>print</a:t>
            </a:r>
            <a:r>
              <a:rPr sz="1800">
                <a:solidFill>
                  <a:srgbClr val="CFCFC2"/>
                </a:solidFill>
                <a:latin typeface="Consolas"/>
              </a:rPr>
              <a:t>(i)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FDBC4B"/>
                </a:solidFill>
                <a:latin typeface="Consolas"/>
              </a:rPr>
              <a:t>for</a:t>
            </a:r>
            <a:r>
              <a:rPr sz="1800">
                <a:solidFill>
                  <a:srgbClr val="CFCFC2"/>
                </a:solidFill>
                <a:latin typeface="Consolas"/>
              </a:rPr>
              <a:t> name </a:t>
            </a:r>
            <a:r>
              <a:rPr sz="1800">
                <a:solidFill>
                  <a:srgbClr val="CFCFC2"/>
                </a:solidFill>
                <a:latin typeface="Consolas"/>
              </a:rPr>
              <a:t>in</a:t>
            </a:r>
            <a:r>
              <a:rPr sz="1800">
                <a:solidFill>
                  <a:srgbClr val="CFCFC2"/>
                </a:solidFill>
                <a:latin typeface="Consolas"/>
              </a:rPr>
              <a:t> [</a:t>
            </a:r>
            <a:r>
              <a:rPr sz="1800">
                <a:solidFill>
                  <a:srgbClr val="F44F4F"/>
                </a:solidFill>
                <a:latin typeface="Consolas"/>
              </a:rPr>
              <a:t>"A"</a:t>
            </a:r>
            <a:r>
              <a:rPr sz="1800">
                <a:solidFill>
                  <a:srgbClr val="CFCFC2"/>
                </a:solidFill>
                <a:latin typeface="Consolas"/>
              </a:rPr>
              <a:t>, </a:t>
            </a:r>
            <a:r>
              <a:rPr sz="1800">
                <a:solidFill>
                  <a:srgbClr val="F44F4F"/>
                </a:solidFill>
                <a:latin typeface="Consolas"/>
              </a:rPr>
              <a:t>"B"</a:t>
            </a:r>
            <a:r>
              <a:rPr sz="1800">
                <a:solidFill>
                  <a:srgbClr val="CFCFC2"/>
                </a:solidFill>
                <a:latin typeface="Consolas"/>
              </a:rPr>
              <a:t>]:   </a:t>
            </a:r>
            <a:r>
              <a:rPr sz="1800">
                <a:solidFill>
                  <a:srgbClr val="7A7C7D"/>
                </a:solidFill>
                <a:latin typeface="Consolas"/>
              </a:rPr>
              <a:t># run once per item in the list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</a:t>
            </a:r>
            <a:r>
              <a:rPr sz="1800">
                <a:solidFill>
                  <a:srgbClr val="7F8C8D"/>
                </a:solidFill>
                <a:latin typeface="Consolas"/>
              </a:rPr>
              <a:t>print</a:t>
            </a:r>
            <a:r>
              <a:rPr sz="1800">
                <a:solidFill>
                  <a:srgbClr val="CFCFC2"/>
                </a:solidFill>
                <a:latin typeface="Consolas"/>
              </a:rPr>
              <a:t>(name)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CFCFC2"/>
                </a:solidFill>
                <a:latin typeface="Consolas"/>
              </a:rPr>
              <a:t>var</a:t>
            </a:r>
            <a:r>
              <a:rPr sz="1800">
                <a:solidFill>
                  <a:srgbClr val="CFCFC2"/>
                </a:solidFill>
                <a:latin typeface="Consolas"/>
              </a:rPr>
              <a:t> n := </a:t>
            </a:r>
            <a:r>
              <a:rPr sz="1800">
                <a:solidFill>
                  <a:srgbClr val="F67400"/>
                </a:solidFill>
                <a:latin typeface="Consolas"/>
              </a:rPr>
              <a:t>0</a:t>
            </a:r>
            <a:r>
              <a:rPr sz="1800">
                <a:solidFill>
                  <a:srgbClr val="CFCFC2"/>
                </a:solidFill>
                <a:latin typeface="Consolas"/>
              </a:rPr>
              <a:t>                </a:t>
            </a:r>
            <a:r>
              <a:rPr sz="1800">
                <a:solidFill>
                  <a:srgbClr val="7A7C7D"/>
                </a:solidFill>
                <a:latin typeface="Consolas"/>
              </a:rPr>
              <a:t># keep going while something is true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FDBC4B"/>
                </a:solidFill>
                <a:latin typeface="Consolas"/>
              </a:rPr>
              <a:t>while</a:t>
            </a:r>
            <a:r>
              <a:rPr sz="1800">
                <a:solidFill>
                  <a:srgbClr val="CFCFC2"/>
                </a:solidFill>
                <a:latin typeface="Consolas"/>
              </a:rPr>
              <a:t> n &lt; </a:t>
            </a:r>
            <a:r>
              <a:rPr sz="1800">
                <a:solidFill>
                  <a:srgbClr val="F67400"/>
                </a:solidFill>
                <a:latin typeface="Consolas"/>
              </a:rPr>
              <a:t>3</a:t>
            </a:r>
            <a:r>
              <a:rPr sz="1800">
                <a:solidFill>
                  <a:srgbClr val="CFCFC2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n += </a:t>
            </a:r>
            <a:r>
              <a:rPr sz="1800">
                <a:solidFill>
                  <a:srgbClr val="F67400"/>
                </a:solidFill>
                <a:latin typeface="Consolas"/>
              </a:rPr>
              <a:t>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There's no single right answer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There are thousands — millions — of ways to build a maze and pick its colours.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Your walls, your colours, your speeds are yours. As long as the game runs, you're right.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Let's open the game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"Open the project, open the script, press play."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Open the project in Godot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In the Godot project list, find your Day 2 Maze project.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Click it to open it — same as you did yesterday for Pong.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Open main.gd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In the FileSystem panel (bottom-left), find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main.gd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Double-click it. This is where today's tasks live — look for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#@todo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markers.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Press play (F5)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Run the game now. The maze is there, but no ghosts appear and the dot counter is stuck at zero.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That's because the loops are missing. That's your job today.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Today's 3 tasks — all loops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Every task today is the same idea: a loop.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#1 spawn the ghosts · #2 move the ghosts · #3 count the dots.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TODO #1 — think first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742" y="1874520"/>
            <a:ext cx="5836752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The maze needs 3 ghosts. You could write the same spawn line three times... or write it ONCE inside a loop that runs 3 times. Which sounds easier? How many times should the loop run?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This is one approach — yours works if it runs.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78408"/>
            <a:ext cx="11277295" cy="384048"/>
          </a:xfrm>
          <a:prstGeom prst="roundRect">
            <a:avLst/>
          </a:prstGeom>
          <a:solidFill>
            <a:srgbClr val="E5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36576" bIns="36576"/>
          <a:lstStyle/>
          <a:p>
            <a:pPr algn="l"/>
            <a:r>
              <a:rPr sz="1700" b="1">
                <a:solidFill>
                  <a:srgbClr val="FFFFFF"/>
                </a:solidFill>
                <a:latin typeface="Poppins"/>
              </a:rPr>
              <a:t>TODO #1 — Spawn 3 ghosts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SYNTAX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19656"/>
            <a:ext cx="5524347" cy="4261104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FDBC4B"/>
                </a:solidFill>
                <a:latin typeface="Consolas"/>
              </a:rPr>
              <a:t>for</a:t>
            </a:r>
            <a:r>
              <a:rPr sz="1400">
                <a:solidFill>
                  <a:srgbClr val="CFCFC2"/>
                </a:solidFill>
                <a:latin typeface="Consolas"/>
              </a:rPr>
              <a:t> i </a:t>
            </a:r>
            <a:r>
              <a:rPr sz="1400">
                <a:solidFill>
                  <a:srgbClr val="CFCFC2"/>
                </a:solidFill>
                <a:latin typeface="Consolas"/>
              </a:rPr>
              <a:t>in</a:t>
            </a:r>
            <a:r>
              <a:rPr sz="1400">
                <a:solidFill>
                  <a:srgbClr val="CFCFC2"/>
                </a:solidFill>
                <a:latin typeface="Consolas"/>
              </a:rPr>
              <a:t> </a:t>
            </a:r>
            <a:r>
              <a:rPr sz="1400">
                <a:solidFill>
                  <a:srgbClr val="7F8C8D"/>
                </a:solidFill>
                <a:latin typeface="Consolas"/>
              </a:rPr>
              <a:t>range</a:t>
            </a:r>
            <a:r>
              <a:rPr sz="1400">
                <a:solidFill>
                  <a:srgbClr val="CFCFC2"/>
                </a:solidFill>
                <a:latin typeface="Consolas"/>
              </a:rPr>
              <a:t>(N):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  </a:t>
            </a:r>
            <a:r>
              <a:rPr sz="1400">
                <a:solidFill>
                  <a:srgbClr val="8E44AD"/>
                </a:solidFill>
                <a:latin typeface="Consolas"/>
              </a:rPr>
              <a:t>do_something</a:t>
            </a:r>
            <a:r>
              <a:rPr sz="1400">
                <a:solidFill>
                  <a:srgbClr val="CFCFC2"/>
                </a:solidFill>
                <a:latin typeface="Consolas"/>
              </a:rPr>
              <a:t>(i)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0147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WRITE THIS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0147" y="1819656"/>
            <a:ext cx="5524347" cy="4261104"/>
          </a:xfrm>
          <a:prstGeom prst="rect">
            <a:avLst/>
          </a:prstGeom>
          <a:solidFill>
            <a:srgbClr val="1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loop with i going 0, 1, 2 (that's range 3)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  spawn a ghost using spawn_ghost_at(ghost_spawn_pos(i))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Detailed instructions are in your code file, right next to this TODO.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Make it yours: paint your own maze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Click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Walls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layer in the Scene panel, then click into the maze. The tile palette opens at the bottom.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Pick the wall tile and click to paint walls. Hold Shift and click to erase and open up new paths.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Then click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Dots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layer and sprinkle dots wherever you want them chomped.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Press play and run your very own maze.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TODO #2 — think first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742" y="1874520"/>
            <a:ext cx="5836752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Your ghosts are sitting still. Every single frame, each ghost needs one chance to take a step. You might have 3 ghosts now, or 10 later — so how do you visit EVERY ghost in the list without counting them yourself?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This is one approach — yours works if it runs.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78408"/>
            <a:ext cx="11277295" cy="384048"/>
          </a:xfrm>
          <a:prstGeom prst="roundRect">
            <a:avLst/>
          </a:prstGeom>
          <a:solidFill>
            <a:srgbClr val="E5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36576" bIns="36576"/>
          <a:lstStyle/>
          <a:p>
            <a:pPr algn="l"/>
            <a:r>
              <a:rPr sz="1700" b="1">
                <a:solidFill>
                  <a:srgbClr val="FFFFFF"/>
                </a:solidFill>
                <a:latin typeface="Poppins"/>
              </a:rPr>
              <a:t>TODO #2 — Move every ghost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SYNTAX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19656"/>
            <a:ext cx="5524347" cy="4261104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FDBC4B"/>
                </a:solidFill>
                <a:latin typeface="Consolas"/>
              </a:rPr>
              <a:t>for</a:t>
            </a:r>
            <a:r>
              <a:rPr sz="1400">
                <a:solidFill>
                  <a:srgbClr val="CFCFC2"/>
                </a:solidFill>
                <a:latin typeface="Consolas"/>
              </a:rPr>
              <a:t> item </a:t>
            </a:r>
            <a:r>
              <a:rPr sz="1400">
                <a:solidFill>
                  <a:srgbClr val="CFCFC2"/>
                </a:solidFill>
                <a:latin typeface="Consolas"/>
              </a:rPr>
              <a:t>in</a:t>
            </a:r>
            <a:r>
              <a:rPr sz="1400">
                <a:solidFill>
                  <a:srgbClr val="CFCFC2"/>
                </a:solidFill>
                <a:latin typeface="Consolas"/>
              </a:rPr>
              <a:t> collection: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  </a:t>
            </a:r>
            <a:r>
              <a:rPr sz="1400">
                <a:solidFill>
                  <a:srgbClr val="8E44AD"/>
                </a:solidFill>
                <a:latin typeface="Consolas"/>
              </a:rPr>
              <a:t>do_something</a:t>
            </a:r>
            <a:r>
              <a:rPr sz="1400">
                <a:solidFill>
                  <a:srgbClr val="CFCFC2"/>
                </a:solidFill>
                <a:latin typeface="Consolas"/>
              </a:rPr>
              <a:t>(item)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0147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WRITE THIS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0147" y="1819656"/>
            <a:ext cx="5524347" cy="4261104"/>
          </a:xfrm>
          <a:prstGeom prst="rect">
            <a:avLst/>
          </a:prstGeom>
          <a:solidFill>
            <a:srgbClr val="1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loop over every ghost in the ghosts list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  take one step with step_ghost(ghost)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Detailed instructions are in your code file, right next to this TODO.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Make it yours: colours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Click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Player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node. In the Inspector on the right, find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Modulate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click the swatch, and pick any colour. Press play.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Want different ghost colours? Ask the instructor — the ghosts get their colour from a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Color(...)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line in the code, and you can change those numbers too.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TODO #3 — think first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742" y="1874520"/>
            <a:ext cx="5836752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To win, the game has to know how many dots exist. Your maze might have 50 dots or 200 — you just painted it! The only sure way is to check EVERY square in the maze and count the ones with a dot. How would you walk across every column AND every row?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This is one approach — yours works if it runs.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78408"/>
            <a:ext cx="11277295" cy="384048"/>
          </a:xfrm>
          <a:prstGeom prst="roundRect">
            <a:avLst/>
          </a:prstGeom>
          <a:solidFill>
            <a:srgbClr val="E5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36576" bIns="36576"/>
          <a:lstStyle/>
          <a:p>
            <a:pPr algn="l"/>
            <a:r>
              <a:rPr sz="1700" b="1">
                <a:solidFill>
                  <a:srgbClr val="FFFFFF"/>
                </a:solidFill>
                <a:latin typeface="Poppins"/>
              </a:rPr>
              <a:t>TODO #3 — Count every dot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SYNTAX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19656"/>
            <a:ext cx="5524347" cy="4261104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var</a:t>
            </a:r>
            <a:r>
              <a:rPr sz="1400">
                <a:solidFill>
                  <a:srgbClr val="CFCFC2"/>
                </a:solidFill>
                <a:latin typeface="Consolas"/>
              </a:rPr>
              <a:t> n := </a:t>
            </a:r>
            <a:r>
              <a:rPr sz="1400">
                <a:solidFill>
                  <a:srgbClr val="F67400"/>
                </a:solidFill>
                <a:latin typeface="Consolas"/>
              </a:rPr>
              <a:t>0</a:t>
            </a:r>
          </a:p>
          <a:p>
            <a:pPr algn="l"/>
            <a:r>
              <a:rPr sz="1400">
                <a:solidFill>
                  <a:srgbClr val="FDBC4B"/>
                </a:solidFill>
                <a:latin typeface="Consolas"/>
              </a:rPr>
              <a:t>while</a:t>
            </a:r>
            <a:r>
              <a:rPr sz="1400">
                <a:solidFill>
                  <a:srgbClr val="CFCFC2"/>
                </a:solidFill>
                <a:latin typeface="Consolas"/>
              </a:rPr>
              <a:t> n &lt; limit: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  </a:t>
            </a:r>
            <a:r>
              <a:rPr sz="1400">
                <a:solidFill>
                  <a:srgbClr val="8E44AD"/>
                </a:solidFill>
                <a:latin typeface="Consolas"/>
              </a:rPr>
              <a:t>do_something</a:t>
            </a:r>
            <a:r>
              <a:rPr sz="1400">
                <a:solidFill>
                  <a:srgbClr val="CFCFC2"/>
                </a:solidFill>
                <a:latin typeface="Consolas"/>
              </a:rPr>
              <a:t>()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  n += </a:t>
            </a:r>
            <a:r>
              <a:rPr sz="1400">
                <a:solidFill>
                  <a:srgbClr val="F67400"/>
                </a:solidFill>
                <a:latin typeface="Consola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0147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WRITE THIS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0147" y="1819656"/>
            <a:ext cx="5524347" cy="4261104"/>
          </a:xfrm>
          <a:prstGeom prst="rect">
            <a:avLst/>
          </a:prstGeom>
          <a:solidFill>
            <a:srgbClr val="1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start x at 0, loop while x &lt; MAZE_W (every column)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  start y at 0, loop while y &lt; MAZE_H (every row)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    if cell_has_dot(x, y) is true: add 1 with  count += 1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    move to the next row: y += 1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  move to the next column: x +=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Detailed instructions are in your code file, right next to this TODO.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Your maze is alive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Press play. Ghosts patrol, the dot counter counts down, and chomping the last one wins.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You wrote three loops and the whole game runs. Now let's make it truly yours.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Make it yours: your own player 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Drag an image file into the FileSystem panel to import it.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Want your player to be a picture instead of a yellow box? Ask the instructor to help you swap the box for your image.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Make it yours: speed feel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Near the top of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main.gd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find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STEP_TIME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(how fast YOU move) and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GHOST_STEP_TIME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(how fast the ghosts move).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These are seconds-per-step, so SMALLER number = faster. Make the ghosts slow and easy, or fast and scary.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Save, press play, and feel the difference.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Final Challenge — 4 personality ghosts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Real Pac-Man has FOUR ghosts, each with its own personality. Open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ghost_personalities.gd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It needs ONE loop: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for i in range(PERSONALITY_COUNT):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calling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spawn_one_personality(i)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It's the exact same shape as TODO #1 — a counting loop — just in a new file. You already know how.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Take your maze home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Your game exports to a Windows file you can share.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You painted the maze, recoloured it, tuned the speeds — it's nobody else's but yours.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