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Creative Coding — Day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"Pong · 1972 · the game that started it all. Today you make it YOURS."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Today: build YOUR Pong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Two paddles, one ball — every shape on screen is a coloured box.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The game is almost finished. You add a few variables to bring it to life...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...then spend the day making it look and feel like nobody else's.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The 5-day arc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1972 — Pong (today)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1980 — Pac-Man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1990s — Base Defense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late 1990s — Fighter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2020s — Racing + VR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Today's concept: Variables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A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variable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is a labelled box that holds a value — a number, a word, true/false.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That's the only new idea today. Everything else is already written for you.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GDScript is Python with one small change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65960"/>
            <a:ext cx="545576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E53A2C"/>
                </a:solidFill>
                <a:latin typeface="Poppins"/>
              </a:rPr>
              <a:t>Python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06040"/>
            <a:ext cx="5455767" cy="38862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score = </a:t>
            </a:r>
            <a:r>
              <a:rPr sz="1800">
                <a:solidFill>
                  <a:srgbClr val="F67400"/>
                </a:solidFill>
                <a:latin typeface="Consolas"/>
              </a:rPr>
              <a:t>0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name = </a:t>
            </a:r>
            <a:r>
              <a:rPr sz="1800">
                <a:solidFill>
                  <a:srgbClr val="F44F4F"/>
                </a:solidFill>
                <a:latin typeface="Consolas"/>
              </a:rPr>
              <a:t>"Alex"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8727" y="1965960"/>
            <a:ext cx="545576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E53A2C"/>
                </a:solidFill>
                <a:latin typeface="Poppins"/>
              </a:rPr>
              <a:t>GDScript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78727" y="2606040"/>
            <a:ext cx="5455767" cy="38862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CFCFC2"/>
                </a:solidFill>
                <a:latin typeface="Consolas"/>
              </a:rPr>
              <a:t>var</a:t>
            </a:r>
            <a:r>
              <a:rPr sz="1800">
                <a:solidFill>
                  <a:srgbClr val="CFCFC2"/>
                </a:solidFill>
                <a:latin typeface="Consolas"/>
              </a:rPr>
              <a:t> score = </a:t>
            </a:r>
            <a:r>
              <a:rPr sz="1800">
                <a:solidFill>
                  <a:srgbClr val="F67400"/>
                </a:solidFill>
                <a:latin typeface="Consolas"/>
              </a:rPr>
              <a:t>0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CFCFC2"/>
                </a:solidFill>
                <a:latin typeface="Consolas"/>
              </a:rPr>
              <a:t>var</a:t>
            </a:r>
            <a:r>
              <a:rPr sz="1800">
                <a:solidFill>
                  <a:srgbClr val="CFCFC2"/>
                </a:solidFill>
                <a:latin typeface="Consolas"/>
              </a:rPr>
              <a:t> name = </a:t>
            </a:r>
            <a:r>
              <a:rPr sz="1800">
                <a:solidFill>
                  <a:srgbClr val="F44F4F"/>
                </a:solidFill>
                <a:latin typeface="Consolas"/>
              </a:rPr>
              <a:t>"Alex"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Making a variable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CFCFC2"/>
                </a:solidFill>
                <a:latin typeface="Consolas"/>
              </a:rPr>
              <a:t>var</a:t>
            </a:r>
            <a:r>
              <a:rPr sz="1800">
                <a:solidFill>
                  <a:srgbClr val="CFCFC2"/>
                </a:solidFill>
                <a:latin typeface="Consolas"/>
              </a:rPr>
              <a:t> ball_speed := </a:t>
            </a:r>
            <a:r>
              <a:rPr sz="1800">
                <a:solidFill>
                  <a:srgbClr val="F67400"/>
                </a:solidFill>
                <a:latin typeface="Consolas"/>
              </a:rPr>
              <a:t>6.0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CFCFC2"/>
                </a:solidFill>
                <a:latin typeface="Consolas"/>
              </a:rPr>
              <a:t>var</a:t>
            </a:r>
            <a:r>
              <a:rPr sz="1800">
                <a:solidFill>
                  <a:srgbClr val="CFCFC2"/>
                </a:solidFill>
                <a:latin typeface="Consolas"/>
              </a:rPr>
              <a:t> player_name := </a:t>
            </a:r>
            <a:r>
              <a:rPr sz="1800">
                <a:solidFill>
                  <a:srgbClr val="F44F4F"/>
                </a:solidFill>
                <a:latin typeface="Consolas"/>
              </a:rPr>
              <a:t>"Sam"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CFCFC2"/>
                </a:solidFill>
                <a:latin typeface="Consolas"/>
              </a:rPr>
              <a:t>var</a:t>
            </a:r>
            <a:r>
              <a:rPr sz="1800">
                <a:solidFill>
                  <a:srgbClr val="CFCFC2"/>
                </a:solidFill>
                <a:latin typeface="Consolas"/>
              </a:rPr>
              <a:t> is_ready := </a:t>
            </a:r>
            <a:r>
              <a:rPr sz="1800">
                <a:solidFill>
                  <a:srgbClr val="27AEAE"/>
                </a:solidFill>
                <a:latin typeface="Consolas"/>
              </a:rPr>
              <a:t>false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There's no single right answer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There are thousands — millions — of ways to write any program.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The numbers and names YOU pick are yours. As long as the game runs, you're right.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Let's open the game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"Open the project, open the script, press play."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Open the project in Godot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In the Godot project list, click your Day 1 Pong project to open 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Open main.gd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Double-click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main.gd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in the FileSystem panel. This is where today's tasks live.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Press play (F5)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Run the game now. It won't fully work yet — you'll see an error because the variables don't exist. That's your job.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Today's 4 tasks — all variables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Every task today is the same idea: make a variable.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#1 ball speed · #2 paddle speed · #3 your silly variables · #4 the on/off switch.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TODO #1 — think first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The ball needs to know how fast to move sideways and how fast to move up/down. Those are two numbers. What would YOU call them? What starting value feels right?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36576" bIns="36576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#1 — Ball speed variables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5524347" cy="42611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var</a:t>
            </a:r>
            <a:r>
              <a:rPr sz="1400">
                <a:solidFill>
                  <a:srgbClr val="CFCFC2"/>
                </a:solidFill>
                <a:latin typeface="Consolas"/>
              </a:rPr>
              <a:t> name := 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19656"/>
            <a:ext cx="5524347" cy="4261104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make a number variable for sideways speed (try 6.0)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make a number variable for up-down speed (try 3.0)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36576" bIns="36576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#2 — Paddle speed variable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1127729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11277295" cy="1915668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var</a:t>
            </a:r>
            <a:r>
              <a:rPr sz="1400">
                <a:solidFill>
                  <a:srgbClr val="CFCFC2"/>
                </a:solidFill>
                <a:latin typeface="Consolas"/>
              </a:rPr>
              <a:t> name := 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872484"/>
            <a:ext cx="1127729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165092"/>
            <a:ext cx="11277295" cy="1915668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make one number variable for how fast the paddle moves (try 6.0)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Make it yours: colours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Click the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Main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node. In the Inspector on the right, find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Ball Color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and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Paddle Color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. Click the swatch and pick any colours you like. Press play.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TODO #3 — your signature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Invent two variables with ANY names you want — skibidi_speed, dragon_power, anything — and give each a number. They'll show up on your scoreboard while you play.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36576" bIns="36576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#3 — Your two silly variables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1127729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11277295" cy="1915668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var</a:t>
            </a:r>
            <a:r>
              <a:rPr sz="1400">
                <a:solidFill>
                  <a:srgbClr val="CFCFC2"/>
                </a:solidFill>
                <a:latin typeface="Consolas"/>
              </a:rPr>
              <a:t> name := 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872484"/>
            <a:ext cx="1127729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165092"/>
            <a:ext cx="11277295" cy="1915668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make a variable with a name YOU choose and any number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make a second variable with a name YOU choose and any number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36576" bIns="36576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#4 — The ball's on/off switch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1127729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11277295" cy="1915668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var</a:t>
            </a:r>
            <a:r>
              <a:rPr sz="1400">
                <a:solidFill>
                  <a:srgbClr val="CFCFC2"/>
                </a:solidFill>
                <a:latin typeface="Consolas"/>
              </a:rPr>
              <a:t> flag := </a:t>
            </a:r>
            <a:r>
              <a:rPr sz="1400">
                <a:solidFill>
                  <a:srgbClr val="27AEAE"/>
                </a:solidFill>
                <a:latin typeface="Consolas"/>
              </a:rPr>
              <a:t>true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872484"/>
            <a:ext cx="1127729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165092"/>
            <a:ext cx="11277295" cy="1915668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make a true/false variable called ball_moving, starting false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Your Pong is alive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Press play and press Space. The ball launches, bounces, and scores.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You wrote four variables and the whole game runs. Now let's make it yours.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Make it yours: speed feel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Change the numbers in TODO #1 and #2. Tiny numbers = slow and chill. Big numbers = chaos. Find the feel you like.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Make it yours: rename your signature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Change your two silly variable names and watch the scoreboard update. Make them about you, your friends, an inside joke.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Make it yours: your own 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Drag an image file into the FileSystem panel to import it.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Want a picture ball or themed paddles? Ask the instructor to help you swap a box for your image.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Final Challenge — 2-player Pong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Want a friend to play the right paddle? Open player2.gd.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It's already wired for the I and K keys — it's just missing ONE variable: paddle_speed.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Declare it (exactly like TODO #2) and two humans can play. Nothing new — you already know how.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Take your Pong home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Your game exports to a Windows file you can share.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You changed the colours, the speeds, the names — it's nobody else's but yours.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