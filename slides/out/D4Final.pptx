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Day 4 — 2-Player Fighter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 we'll build…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2-player fighter game — one keyboard, two players.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Four characters. Three maps. Last fighter standing wins.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playable on a Windows PC before you leave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fighters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1991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Street Fighter II: solo-vs-solo arcade boom.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1992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Mortal Kombat: breakout home-console fighter.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1999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Super Smash Bros (N64): invented roster + multi-character + percent-damage.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Today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Smash Ultimate has 87 characters. All trace back to that N64 disc.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D3: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Lists + deeper functions — enemies, towers, waves.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D4: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new ideas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Objects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loops.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shapes. New way to package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D1 ✓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 + Conditions (Pong)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D2 ✓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+ Functions (Maze)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D3 ✓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Functions deep + Lists (Base Defense)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D4 → TODAY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Objects + State (Fighter)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 new code — Escape Simulator +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two big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Objects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blueprints that hold data + methods together. One class, many instances, each with its own copy of every property.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label that lets one object behave differently depending on what mode it's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vs Python —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class</a:t>
            </a:r>
            <a:r>
              <a:rPr sz="1800">
                <a:solidFill>
                  <a:srgbClr val="CFCFC2"/>
                </a:solidFill>
                <a:latin typeface="Consolas"/>
              </a:rPr>
              <a:t> Player: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def </a:t>
            </a:r>
            <a:r>
              <a:rPr sz="1800">
                <a:solidFill>
                  <a:srgbClr val="8E44AD"/>
                </a:solidFill>
                <a:latin typeface="Consolas"/>
              </a:rPr>
              <a:t>__init__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27AEAE"/>
                </a:solidFill>
                <a:latin typeface="Consolas"/>
              </a:rPr>
              <a:t>self</a:t>
            </a:r>
            <a:r>
              <a:rPr sz="1800">
                <a:solidFill>
                  <a:srgbClr val="CFCFC2"/>
                </a:solidFill>
                <a:latin typeface="Consolas"/>
              </a:rPr>
              <a:t>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27AEAE"/>
                </a:solidFill>
                <a:latin typeface="Consolas"/>
              </a:rPr>
              <a:t>self</a:t>
            </a:r>
            <a:r>
              <a:rPr sz="1800">
                <a:solidFill>
                  <a:srgbClr val="CFCFC2"/>
                </a:solidFill>
                <a:latin typeface="Consolas"/>
              </a:rPr>
              <a:t>.hp = </a:t>
            </a:r>
            <a:r>
              <a:rPr sz="1800">
                <a:solidFill>
                  <a:srgbClr val="F67400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def </a:t>
            </a:r>
            <a:r>
              <a:rPr sz="1800">
                <a:solidFill>
                  <a:srgbClr val="8E44AD"/>
                </a:solidFill>
                <a:latin typeface="Consolas"/>
              </a:rPr>
              <a:t>take_damage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27AEAE"/>
                </a:solidFill>
                <a:latin typeface="Consolas"/>
              </a:rPr>
              <a:t>self</a:t>
            </a:r>
            <a:r>
              <a:rPr sz="1800">
                <a:solidFill>
                  <a:srgbClr val="CFCFC2"/>
                </a:solidFill>
                <a:latin typeface="Consolas"/>
              </a:rPr>
              <a:t>, n):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27AEAE"/>
                </a:solidFill>
                <a:latin typeface="Consolas"/>
              </a:rPr>
              <a:t>self</a:t>
            </a:r>
            <a:r>
              <a:rPr sz="1800">
                <a:solidFill>
                  <a:srgbClr val="CFCFC2"/>
                </a:solidFill>
                <a:latin typeface="Consolas"/>
              </a:rPr>
              <a:t>.hp -=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extends</a:t>
            </a:r>
            <a:r>
              <a:rPr sz="1800">
                <a:solidFill>
                  <a:srgbClr val="CFCFC2"/>
                </a:solidFill>
                <a:latin typeface="Consolas"/>
              </a:rPr>
              <a:t> CharacterBody2D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hp = </a:t>
            </a:r>
            <a:r>
              <a:rPr sz="1800">
                <a:solidFill>
                  <a:srgbClr val="F67400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take_damage</a:t>
            </a:r>
            <a:r>
              <a:rPr sz="1800">
                <a:solidFill>
                  <a:srgbClr val="CFCFC2"/>
                </a:solidFill>
                <a:latin typeface="Consolas"/>
              </a:rPr>
              <a:t>(n):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hp -=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project and meet the menu flow before writing any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A — open the Day 4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Day 4 Fighter project the same way you did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Godot launcher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navigate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Day4_Fighter_Game/project.godot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B — open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player.gd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player.gd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in the script editor — most of today's work lives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B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FileSystem panel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double-click → Script editor opens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11 properties per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display_name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sprite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tint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jump_impulse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become chunk #2 vars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attack_type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#2 vars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projectile_speed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projectile_gravity_scale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pre-given, projectile chars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Player class mirrors this 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character's numbers live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copies them onto the Player object.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Pick Knight → your Player gets Knight's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Code isn't the only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D1, D2, D3 — every solution looked different. All ran.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rule today. If your version makes the game work, it's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Let's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Seven chunks. Two big ideas. One fighter game.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Big idea #1 —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Every fighter is an object. Let's see what that means.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Each panda is one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Minecraft has ONE panda script.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But it can spawn as many pandas as it wants.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one is its own object — its own HP, its own personality, its own position.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Blueprint → Instances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┌────────────────────────┐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Panda  (blueprint) 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hp: int            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personality: String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facing: int        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└────────────────────────┘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↓         ↓         ↓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┌──────────┐ ┌──────────┐ ┌──────────┐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Panda A │ │  Panda B │ │  Panda C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hp=</a:t>
            </a:r>
            <a:r>
              <a:rPr sz="1800">
                <a:solidFill>
                  <a:srgbClr val="F67400"/>
                </a:solidFill>
                <a:latin typeface="Consolas"/>
              </a:rPr>
              <a:t>20</a:t>
            </a:r>
            <a:r>
              <a:rPr sz="1800">
                <a:solidFill>
                  <a:srgbClr val="CFCFC2"/>
                </a:solidFill>
                <a:latin typeface="Consolas"/>
              </a:rPr>
              <a:t>   │ │  hp=</a:t>
            </a:r>
            <a:r>
              <a:rPr sz="1800">
                <a:solidFill>
                  <a:srgbClr val="F67400"/>
                </a:solidFill>
                <a:latin typeface="Consolas"/>
              </a:rPr>
              <a:t>18</a:t>
            </a:r>
            <a:r>
              <a:rPr sz="1800">
                <a:solidFill>
                  <a:srgbClr val="CFCFC2"/>
                </a:solidFill>
                <a:latin typeface="Consolas"/>
              </a:rPr>
              <a:t>   │ │  hp=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   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lazy    │ │  playful │ │  worried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facing=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│ │ facing=-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│ │  facing=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└──────────┘ └──────────┘ └──────────┘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Properties +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Properties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what each panda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remembers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personality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facing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Methods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what each panda can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eat()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roll_over()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 object bundles both together.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Panda A — HP: 18. Panda B — HP: 20.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damage Panda A for 5.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What's Panda B's HP?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20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Hitting A doesn't touch B. Each instance has its own copy.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 class looks like in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extends</a:t>
            </a:r>
            <a:r>
              <a:rPr sz="1800">
                <a:solidFill>
                  <a:srgbClr val="CFCFC2"/>
                </a:solidFill>
                <a:latin typeface="Consolas"/>
              </a:rPr>
              <a:t> CharacterBody2D   </a:t>
            </a:r>
            <a:r>
              <a:rPr sz="1800">
                <a:solidFill>
                  <a:srgbClr val="7A7C7D"/>
                </a:solidFill>
                <a:latin typeface="Consolas"/>
              </a:rPr>
              <a:t># "I am a CharacterBody2D"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hp = </a:t>
            </a:r>
            <a:r>
              <a:rPr sz="1800">
                <a:solidFill>
                  <a:srgbClr val="F67400"/>
                </a:solidFill>
                <a:latin typeface="Consolas"/>
              </a:rPr>
              <a:t>100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property — each panda's own HP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personality = </a:t>
            </a:r>
            <a:r>
              <a:rPr sz="1800">
                <a:solidFill>
                  <a:srgbClr val="F44F4F"/>
                </a:solidFill>
                <a:latin typeface="Consolas"/>
              </a:rPr>
              <a:t>"lazy"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property — each panda's own mood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eat</a:t>
            </a:r>
            <a:r>
              <a:rPr sz="1800">
                <a:solidFill>
                  <a:srgbClr val="CFCFC2"/>
                </a:solidFill>
                <a:latin typeface="Consolas"/>
              </a:rPr>
              <a:t>():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method — what pandas can 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hp +=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7 panda personalities — same script, different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lazy / worried / playful / aggressive / weak / brown / normal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personality changes how the panda acts.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the second big idea today: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You'll meet it after chunk #4.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Objects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Mario coin = object (collected flag, position)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Zelda enemy = object (HP, AI state, facing)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Fortnite weapon = object (ammo, damage, rarity)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a thing has its own stats and behavior — it's an object.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one Player class, two 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Player.tscn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blueprint (same file for P1 and P2)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instances at runtime (P1 Knight + P2 Ninja)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code — different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player_num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different character, different HP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player.gd — after setup(), declare your core properties: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#1: Declare the three core properties every Player needs...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Syntax: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- var name: int =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your code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#1 — prep: three core properties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hp: int = 100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max_hp: int = 100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facing: int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Every Player needs to track its own HP and which direction it faces.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max_hp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scale the HP bar.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facing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drives sprite flip and attack direction.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directly 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three core 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hp: int = 100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max_hp: int = 100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facing: int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#2 — what kind of panda are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Core HP is declared. Now declare which character's stats apply.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Each character is a dictionary of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CHARACTERS[\"knight\"]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{walk_speed: 220, attack_damage: 18, ...}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copies those values onto the Player object.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Pick Knight → your Player gets Knight's numbers.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P1 picks Knight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 = 220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P2 picks Ninja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 = 320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property name. Who walks faster?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P2 (Ninja)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name, each instance has its OWN value.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player.gd — right after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#1: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#2: Declare the five properties that mirror the character config.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Syntax: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- var name: float =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- var name: String = "value"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your code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#2 — prep: character config vars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walk_speed: float = 220.0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jump_impulse: float = 520.0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attack_type: String = "melee"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attack_damage: int = 18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attack_cooldown: float = 0.55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Declare five properties that mirror the character dict keys.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overwrites these from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CHARACTERS[char_name]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Defaults let the file compile before the game starts.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Five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right after TODO #1's block.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character config vars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walk_speed: float = 220.0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jump_impulse: float = 520.0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attack_type: String = "melee"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attack_damage: int = 18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attack_cooldown: float = 0.55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#1 — tune your fighter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6–59: find your character and change some numbers.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Double Knight's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Give Ninja's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 boost.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(F5) and feel the difference.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#3 — teach the panda how to take damage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declared HP. Now write the method that makes it go down.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Methods — functions inside a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 method is a func INSIDE a class.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It can read and change the object's own properties.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eat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hunger -= 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   </a:t>
            </a:r>
            <a:r>
              <a:rPr sz="1800">
                <a:solidFill>
                  <a:srgbClr val="7A7C7D"/>
                </a:solidFill>
                <a:latin typeface="Consolas"/>
              </a:rPr>
              <a:t># changes THIS panda's hunger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available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take_damage()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chunk #1 property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max_hp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also chunk #1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hit_flash_timer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set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0.2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start the red flash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set_state(\"hit\")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chunk #5, not written yet. Type the line and move 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hp_bar_fill.size.x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set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float(hp) / max_hp * 80.0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shrink the bar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pre-given, call 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 &lt;= 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#3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take_damage</a:t>
            </a:r>
            <a:r>
              <a:rPr sz="1800">
                <a:solidFill>
                  <a:srgbClr val="CFCFC2"/>
                </a:solidFill>
                <a:latin typeface="Consolas"/>
              </a:rPr>
              <a:t>(amount: int) -&gt; void: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#3: Fill this function body.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Given: hp, max_hp, hit_flash_timer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set_state("hit"), hp_bar_fill.size.x, die()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your code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#3 — prep: take_damage body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hp -= amount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hit_flash_timer = 0.2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set_state("hit")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hp_bar_fill.size.x = float(hp) / max_hp * 80.0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hp &lt;= 0: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die()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Fill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body so opponents can actually hurt each other.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HP bar never changes and nobody dies — no fight.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Five lines in order: subtract hp, set flash timer, switch state, resize bar, check for death.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take_damage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-=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hp -= amount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hit_flash_timer = 0.2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set_state("hit")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hp_bar_fill.size.x = float(hp) / max_hp * 80.0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hp &lt;= 0: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die()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C — run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the game. Confirm it opens without errors.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Set Main Scene? → Select Current → game opens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stop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D — reading an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Game didn't open? Find the error and fix it.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Output panel → click the blue line number → script editor jumps to error → fix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#4 — two fighters appear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have a Player class. Time to make two of them.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Instantiate =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/summon panda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Minecraft: /summon panda           → one new panda instance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Godot:     PLAYER_SCENE.instantiate()  → one new Player instance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player1 = PLAYER_SCENE.</a:t>
            </a:r>
            <a:r>
              <a:rPr sz="1800">
                <a:solidFill>
                  <a:srgbClr val="8E44AD"/>
                </a:solidFill>
                <a:latin typeface="Consolas"/>
              </a:rPr>
              <a:t>instantiate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8E44AD"/>
                </a:solidFill>
                <a:latin typeface="Consolas"/>
              </a:rPr>
              <a:t>add_child</a:t>
            </a:r>
            <a:r>
              <a:rPr sz="1800">
                <a:solidFill>
                  <a:srgbClr val="CFCFC2"/>
                </a:solidFill>
                <a:latin typeface="Consolas"/>
              </a:rPr>
              <a:t>(player1)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puts it in the scene tree (it exists + runs)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player1.</a:t>
            </a:r>
            <a:r>
              <a:rPr sz="1800">
                <a:solidFill>
                  <a:srgbClr val="8E44AD"/>
                </a:solidFill>
                <a:latin typeface="Consolas"/>
              </a:rPr>
              <a:t>setup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44F4F"/>
                </a:solidFill>
                <a:latin typeface="Consolas"/>
              </a:rPr>
              <a:t>"knight"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8E44AD"/>
                </a:solidFill>
                <a:latin typeface="Consolas"/>
              </a:rPr>
              <a:t>Vector2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200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67400"/>
                </a:solidFill>
                <a:latin typeface="Consolas"/>
              </a:rPr>
              <a:t>500</a:t>
            </a:r>
            <a:r>
              <a:rPr sz="1800">
                <a:solidFill>
                  <a:srgbClr val="CFCFC2"/>
                </a:solidFill>
                <a:latin typeface="Consolas"/>
              </a:rPr>
              <a:t>))  </a:t>
            </a:r>
            <a:r>
              <a:rPr sz="1800">
                <a:solidFill>
                  <a:srgbClr val="7A7C7D"/>
                </a:solidFill>
                <a:latin typeface="Consolas"/>
              </a:rPr>
              <a:t># configures 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main.gd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#4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start_match</a:t>
            </a:r>
            <a:r>
              <a:rPr sz="1800">
                <a:solidFill>
                  <a:srgbClr val="CFCFC2"/>
                </a:solidFill>
                <a:latin typeface="Consolas"/>
              </a:rPr>
              <a:t>(p1_char: String, p2_char: String, map_id: String) -&gt; void: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clear_match_state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build_map</a:t>
            </a:r>
            <a:r>
              <a:rPr sz="1800">
                <a:solidFill>
                  <a:srgbClr val="CFCFC2"/>
                </a:solidFill>
                <a:latin typeface="Consolas"/>
              </a:rPr>
              <a:t>(map_id)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#4: Build two Player instances — one for P1, one for P2.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Given: PLAYER_SCENE, player1, player2, p1_char, p2_char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PLAYER_SCENE.instantiate(), add_child(node)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node.setup(num, char, Vector2(x, y))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your code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set_screen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"countdown"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#4 — prep: two Player instances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player1 = PLAYER_SCENE.instantiate()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add_child(player1)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player1.setup(1, p1_char, Vector2(200, 500))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player2 = PLAYER_SCENE.instantiate()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add_child(player2)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player2.setup(2, p2_char, Vector2(1080, 500))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Spawn two Player instances at opposite ends of the map.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fight screen stays empty — no fighters appear.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Instantiate, add to scene, call setup. Do it twice — P1 left side, P2 right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two Player 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node := SCENE.</a:t>
            </a:r>
            <a:r>
              <a:rPr sz="1400">
                <a:solidFill>
                  <a:srgbClr val="8E44AD"/>
                </a:solidFill>
                <a:latin typeface="Consolas"/>
              </a:rPr>
              <a:t>instantiate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add_child</a:t>
            </a:r>
            <a:r>
              <a:rPr sz="1400">
                <a:solidFill>
                  <a:srgbClr val="CFCFC2"/>
                </a:solidFill>
                <a:latin typeface="Consolas"/>
              </a:rPr>
              <a:t>(node)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node.</a:t>
            </a:r>
            <a:r>
              <a:rPr sz="1400">
                <a:solidFill>
                  <a:srgbClr val="8E44AD"/>
                </a:solidFill>
                <a:latin typeface="Consolas"/>
              </a:rPr>
              <a:t>setup</a:t>
            </a:r>
            <a:r>
              <a:rPr sz="1400">
                <a:solidFill>
                  <a:srgbClr val="CFCFC2"/>
                </a:solidFill>
                <a:latin typeface="Consolas"/>
              </a:rPr>
              <a:t>(args)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player1 = PLAYER_SCENE.instantiate()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add_child(player1)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player1.setup(1, p1_char, Vector2(200, 500))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player2 = PLAYER_SCENE.instantiate()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add_child(player2)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player2.setup(2, p2_char, Vector2(1080, 500))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Big idea #2 —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Your fighters exist. Now teach them to change mode.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light's current mode is its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Right now the state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\"red\"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Cars stop.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30 seconds later the state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\"green\"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intersection. Cars go.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hardware. Different behavior. That's state.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Three states — three behaviors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State | Cars do | |---|---|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Stop 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"yellow"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Slow down 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Go | Same intersection. The state decides everything.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States change on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\"red\"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(30 s timer)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\"green\"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\"green\"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(25 s timer)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\"yellow\"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\"yellow\"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(3 s timer)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\"red\"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your fighter: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(jump pressed)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\"jump\"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 machine in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state = </a:t>
            </a:r>
            <a:r>
              <a:rPr sz="1800">
                <a:solidFill>
                  <a:srgbClr val="F44F4F"/>
                </a:solidFill>
                <a:latin typeface="Consolas"/>
              </a:rPr>
              <a:t>"red"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match</a:t>
            </a:r>
            <a:r>
              <a:rPr sz="1800">
                <a:solidFill>
                  <a:srgbClr val="CFCFC2"/>
                </a:solidFill>
                <a:latin typeface="Consolas"/>
              </a:rPr>
              <a:t> state: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check current mode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"red"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cars_must_stop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"yellow"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cars_slow_down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"green"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cars_go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set_state</a:t>
            </a:r>
            <a:r>
              <a:rPr sz="1800">
                <a:solidFill>
                  <a:srgbClr val="CFCFC2"/>
                </a:solidFill>
                <a:latin typeface="Consolas"/>
              </a:rPr>
              <a:t>(new_state):   </a:t>
            </a:r>
            <a:r>
              <a:rPr sz="1800">
                <a:solidFill>
                  <a:srgbClr val="7A7C7D"/>
                </a:solidFill>
                <a:latin typeface="Consolas"/>
              </a:rPr>
              <a:t># helper to change mode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new_state == state: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(new_state)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state = new_state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Light is green. Pedestrian hits the crosswalk button. What state comes next?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yellow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(then red). Green never jumps straight to red.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rule for your panda: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never jumps straight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\"fall\"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fighter's 6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\"walk\"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(move direction changes)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\"walk\"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\"jump\"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(jump pressed on floor)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\"jump\"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\"fall\"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(velocity.y goes positive)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\"fall\"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(landed on floor)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\"attack\"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any movement state (attack pressed)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\"hit\"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damaged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#5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player.gd — after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#1 and #2: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#5: Declare `state` and write the set_state() helper.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state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set_state</a:t>
            </a:r>
            <a:r>
              <a:rPr sz="1800">
                <a:solidFill>
                  <a:srgbClr val="CFCFC2"/>
                </a:solidFill>
                <a:latin typeface="Consolas"/>
              </a:rPr>
              <a:t>()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#5 — prep: state var + set_state helper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state: String = "idle"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func set_state(new_state: String) -&gt; void: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new_state == state: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return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print(new_state)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state = new_state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Declare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 and write the helper that changes it safely.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Chunk #6 reads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every frame. Without it, the match statement breaks.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Declare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first. Then write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set_state()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 the guard + print + assignment.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state var + set_state helper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use</a:t>
            </a:r>
            <a:r>
              <a:rPr sz="1400">
                <a:solidFill>
                  <a:srgbClr val="CFCFC2"/>
                </a:solidFill>
                <a:latin typeface="Consolas"/>
              </a:rPr>
              <a:t>(param)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7F8C8D"/>
                </a:solidFill>
                <a:latin typeface="Consolas"/>
              </a:rPr>
              <a:t>print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F44F4F"/>
                </a:solidFill>
                <a:latin typeface="Consolas"/>
              </a:rPr>
              <a:t>"message"</a:t>
            </a:r>
            <a:r>
              <a:rPr sz="14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state: String = "idle"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func set_state(new_state: String) -&gt; void: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new_state == state: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return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print(new_state)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state = new_state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#2 — watch your states 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After filling chunk #5, run the game (F5). Watch the Output panel.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state change prints: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Try renaming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\"chilling\"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 Does it still work?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Skip. Finished early? This is for you.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#6 — write the state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have a state variable. Now decide WHEN the state changes.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Back to the traffic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runs every frame — it's already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_physics_process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(pre-given).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branch checks: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should I switch state right now?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\"idle\"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branch: if moving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\"walk\"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If jump pressed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\"jump\"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fill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inside each branch.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#6 (inside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_physics_process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match</a:t>
            </a:r>
            <a:r>
              <a:rPr sz="1800">
                <a:solidFill>
                  <a:srgbClr val="CFCFC2"/>
                </a:solidFill>
                <a:latin typeface="Consolas"/>
              </a:rPr>
              <a:t> state: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"idle"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velocity.x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#6a: switch to "walk" or "jump"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  ←  your if blocks  #@end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"walk"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velocity.x = walk_speed * </a:t>
            </a:r>
            <a:r>
              <a:rPr sz="1800">
                <a:solidFill>
                  <a:srgbClr val="8E44AD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CFCFC2"/>
                </a:solidFill>
                <a:latin typeface="Consolas"/>
              </a:rPr>
              <a:t>()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#6b: switch to "idle" or "jump"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  ←  your if blocks  #@end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"jump"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velocity.x = walk_speed * </a:t>
            </a:r>
            <a:r>
              <a:rPr sz="1800">
                <a:solidFill>
                  <a:srgbClr val="8E44AD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CFCFC2"/>
                </a:solidFill>
                <a:latin typeface="Consolas"/>
              </a:rPr>
              <a:t>() * </a:t>
            </a:r>
            <a:r>
              <a:rPr sz="1800">
                <a:solidFill>
                  <a:srgbClr val="F67400"/>
                </a:solidFill>
                <a:latin typeface="Consolas"/>
              </a:rPr>
              <a:t>0.85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#6c: switch to "fall" when rising is done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  ←  #@end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"fall"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velocity.x = walk_speed * </a:t>
            </a:r>
            <a:r>
              <a:rPr sz="1800">
                <a:solidFill>
                  <a:srgbClr val="8E44AD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CFCFC2"/>
                </a:solidFill>
                <a:latin typeface="Consolas"/>
              </a:rPr>
              <a:t>() * </a:t>
            </a:r>
            <a:r>
              <a:rPr sz="1800">
                <a:solidFill>
                  <a:srgbClr val="F67400"/>
                </a:solidFill>
                <a:latin typeface="Consolas"/>
              </a:rPr>
              <a:t>0.85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#6d: switch to "idle" when landed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#@todo  ←  #@end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#6 — prep: 4 state transitions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"idle" branch (#6a):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get_move_direction() != 0: set_state("walk")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get_input_just_pressed("jump") and is_on_floor():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velocity.y = -jump_impulse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set_state("jump")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"walk" branch (#6b):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get_move_direction() == 0: set_state("idle")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get_input_just_pressed("jump") and is_on_floor():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velocity.y = -jump_impulse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set_state("jump")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"jump" branch (#6c):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velocity.y &gt; 0: set_state("fall")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"fall" branch (#6d):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is_on_floor(): set_state("idle")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Fill four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per state branch — deciding when to transition.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fighters can't move, jump, or fall.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Each branch gets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on the given conditions.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switch.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4 state transitions (6a / 6b / 6c / 6d)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"idle" branch (#6a):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if get_move_direction() != 0: set_state("walk")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if get_input_just_pressed("jump") and is_on_floor():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    velocity.y = -jump_impulse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    set_state("jump")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"walk" branch (#6b):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if get_move_direction() == 0: set_state("idle")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if get_input_just_pressed("jump") and is_on_floor():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    velocity.y = -jump_impulse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    set_state("jump")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"jump" branch (#6c):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if velocity.y &gt; 0: set_state("fall")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"fall" branch (#6d):</a:t>
            </a:r>
          </a:p>
          <a:p>
            <a:pPr algn="l"/>
            <a:r>
              <a:rPr sz="1200">
                <a:solidFill>
                  <a:srgbClr val="CFCFC2"/>
                </a:solidFill>
                <a:latin typeface="Consolas"/>
              </a:rPr>
              <a:t>  </a:t>
            </a:r>
            <a:r>
              <a:rPr sz="1200">
                <a:solidFill>
                  <a:srgbClr val="7A7C7D"/>
                </a:solidFill>
                <a:latin typeface="Consolas"/>
              </a:rPr>
              <a:t>#     if is_on_floor(): set_state("idle")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#3 — build your own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MAPS := {...}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Each platform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[x, y, w, h, one_way]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Add a new platform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\"battlefield\"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[540, 500, 150, 16, true]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(F5). Jump on your platform.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Skip. Finished early? This is for you.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Chunk #7 — let them fight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State machine works. Time to write the hit check.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attack()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outer shell (pre-given)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attack</a:t>
            </a:r>
            <a:r>
              <a:rPr sz="1800">
                <a:solidFill>
                  <a:srgbClr val="CFCFC2"/>
                </a:solidFill>
                <a:latin typeface="Consolas"/>
              </a:rPr>
              <a:t>() -&gt; void: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attack_cooldown_timer = attack_cooldown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match</a:t>
            </a:r>
            <a:r>
              <a:rPr sz="1800">
                <a:solidFill>
                  <a:srgbClr val="CFCFC2"/>
                </a:solidFill>
                <a:latin typeface="Consolas"/>
              </a:rPr>
              <a:t> attack_type:         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F44F4F"/>
                </a:solidFill>
                <a:latin typeface="Consolas"/>
              </a:rPr>
              <a:t>"melee"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melee_swing_timer = </a:t>
            </a:r>
            <a:r>
              <a:rPr sz="1800">
                <a:solidFill>
                  <a:srgbClr val="F67400"/>
                </a:solidFill>
                <a:latin typeface="Consolas"/>
              </a:rPr>
              <a:t>0.15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queue_redraw</a:t>
            </a:r>
            <a:r>
              <a:rPr sz="1800">
                <a:solidFill>
                  <a:srgbClr val="CFCFC2"/>
                </a:solidFill>
                <a:latin typeface="Consolas"/>
              </a:rPr>
              <a:t>()     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opponent = </a:t>
            </a:r>
            <a:r>
              <a:rPr sz="1800">
                <a:solidFill>
                  <a:srgbClr val="8E44AD"/>
                </a:solidFill>
                <a:latin typeface="Consolas"/>
              </a:rPr>
              <a:t>get_opponent</a:t>
            </a:r>
            <a:r>
              <a:rPr sz="1800">
                <a:solidFill>
                  <a:srgbClr val="CFCFC2"/>
                </a:solidFill>
                <a:latin typeface="Consolas"/>
              </a:rPr>
              <a:t>()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── pre-given math (gray) ──────────────────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in_range = </a:t>
            </a:r>
            <a:r>
              <a:rPr sz="1800">
                <a:solidFill>
                  <a:srgbClr val="7F8C8D"/>
                </a:solidFill>
                <a:latin typeface="Consolas"/>
              </a:rPr>
              <a:t>abs</a:t>
            </a:r>
            <a:r>
              <a:rPr sz="1800">
                <a:solidFill>
                  <a:srgbClr val="CFCFC2"/>
                </a:solidFill>
                <a:latin typeface="Consolas"/>
              </a:rPr>
              <a:t>(to_opp.x) &lt;= character_data[</a:t>
            </a:r>
            <a:r>
              <a:rPr sz="1800">
                <a:solidFill>
                  <a:srgbClr val="F44F4F"/>
                </a:solidFill>
                <a:latin typeface="Consolas"/>
              </a:rPr>
              <a:t>"attack_range"</a:t>
            </a:r>
            <a:r>
              <a:rPr sz="1800">
                <a:solidFill>
                  <a:srgbClr val="CFCFC2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facing_opponent = </a:t>
            </a:r>
            <a:r>
              <a:rPr sz="1800">
                <a:solidFill>
                  <a:srgbClr val="7F8C8D"/>
                </a:solidFill>
                <a:latin typeface="Consolas"/>
              </a:rPr>
              <a:t>sign</a:t>
            </a:r>
            <a:r>
              <a:rPr sz="1800">
                <a:solidFill>
                  <a:srgbClr val="CFCFC2"/>
                </a:solidFill>
                <a:latin typeface="Consolas"/>
              </a:rPr>
              <a:t>(to_opp.x) == facing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same_height = </a:t>
            </a:r>
            <a:r>
              <a:rPr sz="1800">
                <a:solidFill>
                  <a:srgbClr val="7F8C8D"/>
                </a:solidFill>
                <a:latin typeface="Consolas"/>
              </a:rPr>
              <a:t>abs</a:t>
            </a:r>
            <a:r>
              <a:rPr sz="1800">
                <a:solidFill>
                  <a:srgbClr val="CFCFC2"/>
                </a:solidFill>
                <a:latin typeface="Consolas"/>
              </a:rPr>
              <a:t>(to_opp.y) &lt;= </a:t>
            </a:r>
            <a:r>
              <a:rPr sz="1800">
                <a:solidFill>
                  <a:srgbClr val="F67400"/>
                </a:solidFill>
                <a:latin typeface="Consolas"/>
              </a:rPr>
              <a:t>60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← YOUR HOLE: the if check that uses these three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F44F4F"/>
                </a:solidFill>
                <a:latin typeface="Consolas"/>
              </a:rPr>
              <a:t>"projectile"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spawn_projectile</a:t>
            </a:r>
            <a:r>
              <a:rPr sz="1800">
                <a:solidFill>
                  <a:srgbClr val="CFCFC2"/>
                </a:solidFill>
                <a:latin typeface="Consolas"/>
              </a:rPr>
              <a:t>()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Where in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TODO #7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Pre-given (gray — you don't write this):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in_range = </a:t>
            </a:r>
            <a:r>
              <a:rPr sz="1800">
                <a:solidFill>
                  <a:srgbClr val="7F8C8D"/>
                </a:solidFill>
                <a:latin typeface="Consolas"/>
              </a:rPr>
              <a:t>abs</a:t>
            </a:r>
            <a:r>
              <a:rPr sz="1800">
                <a:solidFill>
                  <a:srgbClr val="CFCFC2"/>
                </a:solidFill>
                <a:latin typeface="Consolas"/>
              </a:rPr>
              <a:t>(to_opp.x) &lt;= character_data[</a:t>
            </a:r>
            <a:r>
              <a:rPr sz="1800">
                <a:solidFill>
                  <a:srgbClr val="F44F4F"/>
                </a:solidFill>
                <a:latin typeface="Consolas"/>
              </a:rPr>
              <a:t>"attack_range"</a:t>
            </a:r>
            <a:r>
              <a:rPr sz="1800">
                <a:solidFill>
                  <a:srgbClr val="CFCFC2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facing_opponent = </a:t>
            </a:r>
            <a:r>
              <a:rPr sz="1800">
                <a:solidFill>
                  <a:srgbClr val="7F8C8D"/>
                </a:solidFill>
                <a:latin typeface="Consolas"/>
              </a:rPr>
              <a:t>sign</a:t>
            </a:r>
            <a:r>
              <a:rPr sz="1800">
                <a:solidFill>
                  <a:srgbClr val="CFCFC2"/>
                </a:solidFill>
                <a:latin typeface="Consolas"/>
              </a:rPr>
              <a:t>(to_opp.x) == facing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same_height = </a:t>
            </a:r>
            <a:r>
              <a:rPr sz="1800">
                <a:solidFill>
                  <a:srgbClr val="7F8C8D"/>
                </a:solidFill>
                <a:latin typeface="Consolas"/>
              </a:rPr>
              <a:t>abs</a:t>
            </a:r>
            <a:r>
              <a:rPr sz="1800">
                <a:solidFill>
                  <a:srgbClr val="CFCFC2"/>
                </a:solidFill>
                <a:latin typeface="Consolas"/>
              </a:rPr>
              <a:t>(to_opp.y) &lt;= </a:t>
            </a:r>
            <a:r>
              <a:rPr sz="1800">
                <a:solidFill>
                  <a:srgbClr val="F67400"/>
                </a:solidFill>
                <a:latin typeface="Consolas"/>
              </a:rPr>
              <a:t>60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</a:t>
            </a:r>
            <a:r>
              <a:rPr sz="1800">
                <a:solidFill>
                  <a:srgbClr val="95DA4C"/>
                </a:solidFill>
                <a:latin typeface="Consolas"/>
              </a:rPr>
              <a:t>TODO</a:t>
            </a:r>
            <a:r>
              <a:rPr sz="1800">
                <a:solidFill>
                  <a:srgbClr val="7A7C7D"/>
                </a:solidFill>
                <a:latin typeface="Consolas"/>
              </a:rPr>
              <a:t> #7: write the if check that uses all three: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#@todo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             ← just the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block goes here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#@end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#7 — prep: the hit-check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in_range and facing_opponent and same_height: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opponent.take_damage(attack_damage)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Write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decides whether a melee attack lands.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conditions must all be true: close enough, facing them, same height.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facing_opponent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same_height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all pre-given above your hole.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the hit-check `if`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in_range and facing_opponent and same_height: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opponent.take_damage(attack_damage)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#4 — tune your attack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dict: find your fighter.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smaller = must be close. Bigger = long reach.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smaller = faster attacks. Bigger = slower.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Make one fighter feel sluggish and one feel snappy.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Skip. Finished early? This is for you.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Invent your own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separate script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Fill FC-1, FC-2, FC-3 to add a brand-new 5th character to the roster.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Pick any sprite, any stats, any attack behavior.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Add a new character — every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fill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CUSTOM_CHARACTER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dict (FC-1). Set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attack_type: \"custom\"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add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CHARACTERS[\"custom\"] = CUSTOM_CHARACTER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_unhandled_input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add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\"custom\"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keys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array as index 4.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Update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title_label.text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include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5 = &lt;YourCharacterName&gt;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add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\"custom\":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attack_type: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(FC-3). Write any behavior.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Step 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Save all three files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 Press F5. Press 5 at char select.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#1 +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(property declarations — fill the stats dict)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(hook a new instance into the system)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#6 + #7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(match branch + hit check)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all holes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FC | Mirrors | Syntax | Write this (comments) | |---|---|---|---|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CUSTOM_CHARACTER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dict | #1 + #2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Fill all 11 keys: display_name, sprite, tint, walk_speed, jump_impulse, attack_type ("custom"), attack_damage, attack_cooldown, attack_range, projectile_speed, projectile_gravity_scale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Register in CHARACTERS | #4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func_call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CHARACTERS["custom"] = CUSTOM_CHARACTER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Add "custom" to keys array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Update title_label.text to show "5 = YourName"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custom attack branch | #6 + #7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match_stmt, if, func_call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"custom":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opponent.take_damage(attack_damage)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(or: spawn_projectile(), hp += 5, or anything)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Fighter game into a real Windows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no Godot needed.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add a platform target.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Windows Desktop preset added. Leave options as-is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See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4 - Fighter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pick folder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+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runs without Godot. Keep both files together.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no new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5 = Steam Escape Simulator workshop + showcase. You BUILD an escape room. Then you play each other's.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