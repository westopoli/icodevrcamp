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Day 3 — Base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D3TD1.png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Enemies pour in from the edges. You spend coins on towers. Survive 8 waves.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whole genre — invented by modders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Rampart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(1990) — hybrid first attempt. Castle walls + cannonballs.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Warcraft III custom maps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(2002–2007) — entire genre invented by players tweaking someone else's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Plants vs Zombies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(2009) — mainstream breakout. 6 million copies in a year.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Bloons / Kingdom Rush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mobile-era boom. Still going.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Takeaway: every tower defense game you've ever played traces back to a Warcraft III modder.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Loops + intro Functions. You made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and named blocks of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 + 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-loop shape, new things to loop over.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Today's two new ideas: a list is a collection of things. A deeper function scans a list, returns something, and calls other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1 ✓ Pong — Vars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2 ✓ Pac-Man —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 ← Base Defense — Lists + Deeper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4 Fighter — Objects + State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5 Escape Room —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+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Deeper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collection of things your code can remember, walk through, add to, or remove from.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functions that scan lists, return something useful, and chain into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Lists work the same. Functions look the same. The only two-word change: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.remove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.erase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len()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.size()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Python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GDScript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Python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grunt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GDScript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grunt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Python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remove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grunt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GDScript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erase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grunt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Python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len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GDScript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size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Python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def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total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GDScript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total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Open the Day 3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the Base Defense project the same way you did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Godot Launcher → Import button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Day3_BaseDef_Game/project.godot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Script editor — same way as yesterday.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B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FileSystem panel (bottom-left) →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Double-click → Script editor opens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DK — One number. Whole different game.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difficulty constant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Hint: look near the 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DK — Change it to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DIFFICULTY := 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 to save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D3Beat5Step3.png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F5. Watch wave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DK — What just happened?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 used as a lookup table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DIFF_HP_MULT[DIFFICULTY]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picks the multiplier at index 0, 1, or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You'll learn how lists work in a minute.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DIFFICULTY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back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now.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list is things in a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Position 0 is the first slot. Position 4 is the last.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thing has a number — its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Five things you can do to a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something to the end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remove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something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how many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.size()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walk through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them one at a time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x in list: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only the ones you care about — write a function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of these has a code word. You'll use all of them today.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 list looks like in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var games := []                      # empty list var fruits := ["apple", "banana"]    # list with two items var score := 0                       # not a list — just a counter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D3TD2.png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Every game you own is in a list. Zero games on day one. You add one. You add another. You delete the bad ones.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Adding to the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 game. Slides into the next open slot.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Base Defense: every time an enemy spawns, it slides into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Lists in every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Pac-Man: a list of ghost positions — already used this in D2.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RPG: inventory list, quest list, party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Base Defense: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(who's alive),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(what's placed),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(spawn queue for this wave).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Base Defense needs four things to 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list of every enemy currently on the field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list of every tower the player has placed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many coins the player has right now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base_hp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much health the base has left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Nothing else in the file works without these four. They're the memory of the whole game.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these live at the top of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Variables declared outside any function are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file-level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Every function can read and change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will push into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kill_enemy()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will pull from it.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will walk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they weren't at the top, each function would have its own private copy — and they'd never talk to each other.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Four declarations. Nothing else in the file works without these.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games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coins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D3C1.png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Two empty libraries and two counters. The whole game hangs on these four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games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coins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D3C1.png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Declarations done — no fireworks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These variables are invisible until the rest of the chunks wire them up. Trust the process.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 before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Four vars declared at file level?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empty lists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base_hp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START_BASE_HP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Yes to all three → let's run.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Run your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and confirm it opens without errors.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F5 → "Set Main Scene?" → Select Current → game window opens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F8 to stop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Game didn't open?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error in the Output panel.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Output panel (bottom of editor) → look for red text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blue line number → editor jumps to the problem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Fix the typo → Ctrl+S → F5 again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You've got two empty libraries — time to fill and drain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starts empty. The game needs to add enemies when they spawn, and remove them when they die or reach the base.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starts empty. The game adds a tower when the player places one.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operations. One word each: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removes.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.erase()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Left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row of 4 tiles, 5th tile slides in from right.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row of 5 tiles, one fades out, others shift left.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Base Defense: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enemies.append(e)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a new enemy spawns.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enemies.erase(e)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 dies or gets through.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 — what's at position 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Library: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["Spider-Man", "FIFA", "Minecraft", "Stardew"]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delete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"Minecraft"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What's at position 2 now?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"Stardew"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Erasing shifts everything after it forward by one.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Three places in Base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Enemy spawns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Tower kills enemy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+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reward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Enemy reaches base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(no bounty — the enemy got through).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Three holes. Same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append: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Hogwarts Legacy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erase + pay: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erase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Old Game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coins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erase only: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erase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Bad Game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D3C2a.png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Three holes. Same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#2a — append: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Hogwarts Legacy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#2b reward — erase + pay: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erase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Old Game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coins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#2b no-reward — erase only: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erase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Bad Game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D3C2b.png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Same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 Same shape. New lists.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ghost in ghosts: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walked every ghost.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enemy in enemies: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tower in towers: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 again.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only new thing: you're doing it twice, once for each list.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D2 shape — you already wrote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for colour in ["red", "green", "blue"]: print(colour) Same shape you wrote yesterday. Today the list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action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frame: two sweeps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frame: walk every enemy → step it forward by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delta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It moves one tick toward the base.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frame: walk every tower → tick its cooldown. If cooldown hits zero, it tries to fire.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both loops: the field is frozen. Nothing moves, nothing shoots.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Two for-loops, back to back. Each sweeps one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game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D3C3.png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Two loops. Without these, the field is frozen.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game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D3C3.png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D3TD2.png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F5. Wave 1 auto-starts. Enemies walk toward the base. Towers don't fire yet — that's chunk #6.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Yesterday: one value in. Today: a whole list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handed in one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move_all(enemy_list, delta):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hand in a whole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function can take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anything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input — including a list you've already built.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D2: one thing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func add_points(amount): score += amount Yesterday: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was a number. Today: it can be a list.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Imagine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import_library(games)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hand the function your whole PS5 library at once.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the function, it does something to every game in that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move_all(enemy_list,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same idea — hand it the list, it steps every item.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Same shape as chunk #3 — just using the list that was handed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total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D3C4.png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Same loop shape as chunk #3 — the list comes in through the door.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total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D3C4.png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Tool in the toolbox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done but nothing calls it yet.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could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refactor your chunk #3 enemy loop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move_all(enemies,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 result.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Concept: the same loop logic, but packaged so anyone can hand in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list, not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Deeper Functions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function that hands something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So far: functions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things.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all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New: a function can also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answer a question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 call it → it gives you something back.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"something back" is called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```gdscript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Image: none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Caption: "The function runs, does work, then hands the result back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Notes: This is the D2 Chunk #6 callback (they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which returned a bool). Lean on it: "You already did this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Today the function returns a game node."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Return — code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func find_best(list): var best = null for item in list: # check if item is better than best best = item return best Three parts: start with nothing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scan the list, hand back the winner.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D3TD3.png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Type in B4. Machine drops Doritos. The machine is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function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input = the code, output = a snack.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 grab the snack. You put it in your backpack.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add_to_backpack(snack)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Another function. Input = snack, output = nothing (your backpack just changed).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Output of one feeds input of the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Diagram with arrow: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vend("B4")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returns snack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add_to_backpack(snack)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first function's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answer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second function's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question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ways to write the same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# Long form (two lines): var snack = vend("B4") add_to_backpack(snack) # Short / nested form (one line): add_to_backpack(vend("B4")) Same exact result. The inside function runs first.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Best-so-far — the shape of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get_nearest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var best = null var best_d = 999999.0 for item in list: var d = pos.distance_to(item.position) if d &lt; best_d: best = item best_d = d return best Start with no winner. Walk the list. If this one is closer than the current best, it's the new best.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Base Defense — which enemy to shoot?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 and Sniper both ask: which enemy is closest AND still in range?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get_nearest_enemy_in_range(pos, tower_range)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walks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tracks the closest one within range, and returns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vending machine drops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that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enemy. The backpack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fire_at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will be chunk #6's job.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Gray = pre-given (init + return). Red = your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nearest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list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null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999999.0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list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distance_to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D3C5a.png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Walk every enemy. Track the closest one in range. The init and return are already 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nearest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list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null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999999.0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list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distance_to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D3C5a.png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#5a just gave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vending machine.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call it with a position and a range. It hands back the closest enemy —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no one's in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Chunk #6 will be the backpack: take that enemy and fire at it.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No payoff yet — towers fire in chunk #6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 function is built. The vending machine is stocked. Next: plug it into the tower loop.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#5a returned </a:t>
            </a:r>
            <a:r>
              <a:rPr sz="3600" b="1" i="1">
                <a:solidFill>
                  <a:srgbClr val="1A1A1A"/>
                </a:solidFill>
                <a:latin typeface="Poppins"/>
              </a:rPr>
              <a:t>one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enemy. #5b returns </a:t>
            </a:r>
            <a:r>
              <a:rPr sz="3600" b="1" i="1">
                <a:solidFill>
                  <a:srgbClr val="1A1A1A"/>
                </a:solidFill>
                <a:latin typeface="Poppins"/>
              </a:rPr>
              <a:t>all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enemies in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Cannon: finds the nearest enemy. Returns one node.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Splash: finds every enemy in a radius. Returns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nodes.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vending machine idea — different output size.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Filter the list — keep only what you want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func filter_close(list, pos, radius): var result := [] for item in list: if pos.distance_to(item.position) &lt;= radius: result.append(item) return result Start with an empty list. Walk. If this item passes the test, add it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result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Return the full result at the end.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Same filter pattern — builds a list, returns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distance_to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radius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D3C5b.png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Build a fresh list. Add every enemy within radius. Return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distance_to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radius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D3C5b.png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Three functions built. Time to plug them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steps every enemy. 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finds the closest target. 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get_enemies_in_radius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finds everyone in a blast zone. 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Chunk #6: connect the vending machines to the backpacks. This is the chunk that makes the game playable.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match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dispatcher is pre-given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Day 4 concept — it routes based on what something equals.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it's already written for you. It checks the tower type and jumps to the right branch.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fill in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what each branch does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Diagram: tower type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t_type: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two paths: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"cannon"/"sniper"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→ #6a,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"splash"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→ #6b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tower types, two targeting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| Tower | Targeting | Function | |---|---|---| | Cannon, Sniper | Single nearest enemy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(#5a) | | Splash | All enemies in radius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get_enemies_in_radius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(#5b) | Each branch: pick the target, fire if something's there, reset the cooldown.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Gray = already written. Red = your two holes — one per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shoot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get_target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D3C6Full.png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Vending machine drops the target. If something dropped, fire at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snack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vend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B4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snack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!=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null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add_to_backpack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snack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D3C6a.png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Same idea — but now the vending machine drops a whole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snacks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vend_combo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B4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snacks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size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add_to_backpack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snacks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D3C6b.png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D3TD1.png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Place a tower. Watch enemies fall. Wave 1 starts clearing. This is the moment the game becomes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Quick playtest — place towers, start a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(Cannon),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2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(Sniper),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3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(Splash). Click to place.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Enter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start the wave.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One more thing — how does the game know a wave is done?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just beat wave 1 (maybe). How did the game know it was over?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chunk #7 — the wave trigger check. Last chunk.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does the game know a wave is done?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"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how many enemies are alive on the field right now.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library.size()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how many games you own.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 idea.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field is empty. But is the wave actually done?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 — is the wave done?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"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the wave done?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Trick question.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Maybe not.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There could still be enemies waiting to spawn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enemies_to_spawn.size() &gt;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lists must be empty AND a wave must actually be in progress.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check three conditions together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Wave done → what happens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Flip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wave_in_progress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off.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Bump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past the last wave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you_win()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Otherwise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Two size checks, one progress flag, one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size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buy a game!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D3C7.png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Both lists empty AND wave in progress → end the wave.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size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buy a game!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D3C7.png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D3TD3.png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F5. Survive all 8 waves. After the last enemy falls — YOU WIN panel appears.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Seven ways to make Base Defense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1. Tune tower stats in code 2. Re-tint a tower with Modulate 3. Swap a tower's sprite tile 4. Drag a Kenney scenery prop into the scene 5. Flip the difficulty knob 6. (stretch) Edit the wave list 7. (stretch) Add a new wave entry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1 — Tune tower stats: find the dictionary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TOWER_STATS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It's near the top.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1 — Change the damage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"damage"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for Cannon (default: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it to something wild — try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30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D3Beat1Step3.png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F5. Start a wave. Watch how fast enemies die.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2 — Re-tint a tower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Cannon is orange by default. Find the color value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TOWER_STATS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2 — Change the color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Color(R, G, B)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value in the Cannon entry.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Color(0.2, 0.5, 1.0)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blue,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Color(0, 1, 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green.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Ctrl+S, F5.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D3Beat2Step3.png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2 — Blue cannons!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3 — Swap a tower sprite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Browse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assets/kenney_td/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FileSystem panel. Pick a tile number you like.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3 — Edit the tile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TOWER_STATS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the Cannon's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"tile"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(default: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250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it to the number of the tile you liked.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Ctrl+S, F5.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3 — New tile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Ctrl+S → F5. Your Cannon now has a different sprite.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D3Beat3Step4.png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3 — New sprite!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4 — Add a scenery prop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the Scene dock, find and 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Scenery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4 — Drag a prop from FileSystem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the FileSystem panel, browse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assets/kenney_td/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a tree, rock, or decorative tile you like.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it from FileSystem into the viewport (while Scenery is selected).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4 — Position and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new Sprite2D in the scene tree.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the Inspector: adjust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Position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(drag in viewport)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Scale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it's too big.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D3Beat4Step4.png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4 — Your prop!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5 — Make it brutally hard (or easy)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Remember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DIFFICULTY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Walk DK? Change it again. Try 0 (easy), 1 (medium), 2 (hard).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D3Beat5Step3.png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5 — Try difficulty 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6 — Edit the wave list (stretch)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array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Add a wave, change a count, change a type.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6 — Change a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a wave entry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[5, "basic"]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count: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[20, "basic"]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twenty basics!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Or change the type: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[5, "runner"]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fast runners.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Ctrl+S, F5.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D3Beat6Step3.png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6 — Your wave!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7 — Add a boss wave (stretch)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the end of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array, add a new entry: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[20, \"runner\"]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That's your boss wave.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D3Beat7Step2.png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Save. Run. Survive.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 — Endless Mode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endless mode looks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Rip out the 8 waves. Spawn forever. Everything ramps.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 win screen. The game ends only when the base falls.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Waves get harder every time you clear the field. The gap between spawns shrinks. Enemies get faster.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(declare state vars)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#2a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a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#2b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a list + reward)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(iterate two lists each frame)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(function takes a list as a parameter)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(function returns ONE from a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(function returns a LIST from a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+ per-branch nested calls)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list.size()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+ state transition)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Enable endless mode — 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scroll to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constant near the top.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Enable endless mode — 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ENDLESS_MODE := 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ENDLESS_MODE := true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D3FC3.png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F5. The HUD shows 'Endless Mode'. Enemies spawn. The game never ends.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FC-1 ← chunk #1. Same pattern: declare variables at the top of the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games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coins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D3FC1.png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FC-2a ← chunk #2a. One line: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the enemy type into the spawn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Hogwarts Legacy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FC-2b ← chunk #2b. Take the next enemy from the queue, spawn it, pay a streak bonus.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erase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Old Game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coins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FC-3 ← chunk #3. Same two-loop shape — buff every enemy, buff every tower.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game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FC-4 ← chunk #4. Same list-as-parameter pattern — loop the list, call a function on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total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numbers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FC-5a ← chunk #5a. Same best-so-far loop — this time tracking highest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.speed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instead of smallest distance.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nearest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list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null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999999.0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list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distance_to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item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best_d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best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FC-5b ← chunk #5b. Same filter pattern — build a list of enemies below the health threshold.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enemies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distance_to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radius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append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result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FC-6 ← chunk #6. Four branches. Each: pick a type, queue it 1–4 times. Banner: FC-6 ← chunk #6 (same shape, four times).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One branch — same shape, different repetition: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medium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pick_type_for_band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band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queue_spawn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t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queue_spawn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t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FC-7 ← chunk #7. Both lists empty → bump streak and difficulty, call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escalate()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library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size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buy a game!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D3FC3.png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Endless mode — how far can you get?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Done? Ask your instructor for the export pack.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To ship your Base Defense as a Windows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follow the export walkthrough in the instructor pack.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Lists + Deeper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collection your code can grow, shrink, walk, and filter.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x in 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functions that scan lists, return something, and chain into each other. Vending machine + backpack.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ideas. Whole game.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 — Day 4: 2-Player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Objects + State. Your code starts to feel like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blueprint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script.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players. Four characters. One fight.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Export your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Ask your instructor for the export pack to ship your Base Defense as a Windows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and take it home.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