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Day 4 — 2-Player Fighter · 1999 · Smash Bros 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Why fighters matter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1984: Karate Champ — two-player on one screen, invented the genre.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1992: Street Fighter II goes to arcades — quarter-eating, combos, characters with personalities.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1999: Super Smash Bros — stock lives, platform stages, no health bars, four players. Chaos perfected.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2D fighters are the petri dish where character stats, state machines, and hitboxes were invented.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Yesterday →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D3: Functions + Lists — every enemy is a dict in a list; functions scan it every frame.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D4: Objects + State — every fighter is an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object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that remembers its own HP and knows what it's doing right now.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Shift: from "a list of dicts" → "a class that gives each fighter its own memory."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5-day arc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D1: Variables + Conditions — Racer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D2: Loops + Functions (intro) — Maze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D3: Functions (deep) + Lists — Base Defense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D4: Objects + State — Fighter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you are here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D5: No new code — Showcase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Two new ideas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OBJECTS — a fighter that remembers its own stats and handles its own damage.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STATE — a fighter that knows what it's doing right now (idle / walk / jump / attack / hit / dead).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GDScript uses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extends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instead of inheriting from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object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, and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func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instead of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def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— everything else transfers directly to Python.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112772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11277295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Python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class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Panda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E6E6E6"/>
                </a:solidFill>
                <a:latin typeface="Consolas"/>
              </a:rPr>
              <a:t>def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__init__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DCDCAA"/>
                </a:solidFill>
                <a:latin typeface="Consolas"/>
              </a:rPr>
              <a:t>self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</a:t>
            </a:r>
            <a:r>
              <a:rPr sz="1800">
                <a:solidFill>
                  <a:srgbClr val="DCDCAA"/>
                </a:solidFill>
                <a:latin typeface="Consolas"/>
              </a:rPr>
              <a:t>self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hp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100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E6E6E6"/>
                </a:solidFill>
                <a:latin typeface="Consolas"/>
              </a:rPr>
              <a:t>def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take_damage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DCDCAA"/>
                </a:solidFill>
                <a:latin typeface="Consolas"/>
              </a:rPr>
              <a:t>self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</a:t>
            </a:r>
            <a:r>
              <a:rPr sz="1800">
                <a:solidFill>
                  <a:srgbClr val="DCDCAA"/>
                </a:solidFill>
                <a:latin typeface="Consolas"/>
              </a:rPr>
              <a:t>self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hp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-=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p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Panda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p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take_damage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B5CEA8"/>
                </a:solidFill>
                <a:latin typeface="Consolas"/>
              </a:rPr>
              <a:t>10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Pre-coding setup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Open the Day 4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Open the Day 4 Fighter project the same way you did yesterday.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Open Day 4 — hint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Godot launcher →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Import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navigate to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Day4_Fighter_Game/project.godot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Import &amp; Edit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Open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player.gd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Open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player.gd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in the script editor — this is where most of today's chunks live.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Open player.gd — hint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FileSystem panel (lower-left)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player.gd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double-click → Script editor opens.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12</a:t>
            </a:r>
          </a:p>
        </p:txBody>
      </p:sp>
      <p:pic>
        <p:nvPicPr>
          <p:cNvPr id="8" name="Picture 7" descr="D4WM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905006"/>
            <a:ext cx="6766377" cy="36423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The menus already work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13</a:t>
            </a:r>
          </a:p>
        </p:txBody>
      </p:sp>
      <p:pic>
        <p:nvPicPr>
          <p:cNvPr id="8" name="Picture 7" descr="D4WCD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70423"/>
            <a:ext cx="6766377" cy="411151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The CHARACTERS dict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11 properties per character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display_name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shown in char-select panel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sprite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path to the Kenney sprite PNG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tint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Color(R, G, B)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tint applied via Modulate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walk_speed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pixels/second horizontal movement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jump_impulse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upward velocity on jump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attack_type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"melee"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or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"projectile"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attack_damage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HP removed per hit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attack_cooldown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seconds between attacks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attack_range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melee reach in pixels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projectile_speed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speed of fired projectile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projectile_gravity_scale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how fast projectile falls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Each character is a dict. Each fighter will be an object.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Right now: characters are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dicts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plain data, no behaviour.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Today: the Player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class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gets the same property names — so each Player object owns its own copy of those values.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When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setup()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runs, it copies from the dict into the object. Knight's walk_speed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self.walk_speed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Meet the pandas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OBJECT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An object is a thing in code that remembers its own data.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Blueprint vs panda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Class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= the blueprint. Describes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what kind of data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 panda has. Written once.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Instance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= one actual panda, created from that blueprint. Has its own copy of every property.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Three pandas on screen → three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instances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One blueprint → the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Panda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class.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Properties + Methods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Property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= a piece of data the object remembers.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hp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hunger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personality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Method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= something the object can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do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eat()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take_damage()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die()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Every instance has its own property values — but shares the same methods.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Quick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Panda A: hp = 80, hunger = 30.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P1 attacks Panda A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take_damage(15)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Panda A hp =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65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Does Panda B's hp change?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Answer: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No.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Each instance has its own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hp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Damage to A doesn't touch B.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Panda class in GDScript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class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Panda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hp</a:t>
            </a:r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100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hunger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personality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lazy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take_damage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amount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</a:t>
            </a:r>
            <a:r>
              <a:rPr sz="1800">
                <a:solidFill>
                  <a:srgbClr val="E6E6E6"/>
                </a:solidFill>
                <a:latin typeface="Consolas"/>
              </a:rPr>
              <a:t>hp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-=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amount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hp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&lt;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    </a:t>
            </a:r>
            <a:r>
              <a:rPr sz="1800">
                <a:solidFill>
                  <a:srgbClr val="E6E6E6"/>
                </a:solidFill>
                <a:latin typeface="Consolas"/>
              </a:rPr>
              <a:t>die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die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personality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 panda fainted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7 panda personalities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lazy — sits around, minimal movement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playful — chases other pandas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aggressive — attacks on sight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nervous — runs away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hungry — seeks bamboo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sleepy — falls asleep mid-fight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sneezy — random sneeze knocks back nearby pandas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Objects everywhere in games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Every enemy is an object — its own HP, position, and AI state.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Every bullet is an object — its own speed, direction, and damage.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Every item on the ground is an object — its own type and pickup range.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game loop just calls methods on them: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enemy.update(delta)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bullet.move(delta)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One class. Two fighters.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One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Player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class (in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player.gd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Instantiated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twice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once for P1, once for P2.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Each instance has its own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hp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state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position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and character stats.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They share the same methods: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take_damage()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attack()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set_state()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25</a:t>
            </a:r>
          </a:p>
        </p:txBody>
      </p:sp>
      <p:pic>
        <p:nvPicPr>
          <p:cNvPr id="8" name="Picture 7" descr="D4C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3136"/>
            <a:ext cx="6766377" cy="38060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Where you'll type it —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player.gd:48-52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Declare the three things every Player needs to remember about itself: hp (start at 100), max_hp (also 100, for the HP bar), and facing (start at 1 = looking right).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Panda analogy: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class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Panda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hp</a:t>
            </a:r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100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max_hp</a:t>
            </a:r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100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facing</a:t>
            </a:r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1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4C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3184727"/>
            <a:ext cx="5501487" cy="309458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No visible payoff yet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Chunk #1 adds properties the game will use — but nothing appears on screen until chunk #4. Keep going.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Run the game — confirm no errors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Run the game and confirm it opens without errors.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Walk C — hint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Press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F5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"Set Main Scene?" →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Select Current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game window opens.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Press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F8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to stop.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Game didn't open? Find the error.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Game didn't open? Find the error.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Walk D — hint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Output panel (bottom) → look for red text or a blue underlined line number.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Click the blue line number → jumps to the error in the script.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Fix the typo →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Ctrl+S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F5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again.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Remember what KIND of panda 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Every fighter has different stats — Knight hits hard, Ninja moves fast. Those differences live in the CHARACTERS dict. Now we pull them into the object.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Dict → setup() → object vars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CHARACTERS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dict in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main.gd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holds raw stat values for each character.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setup(char_key, player_num)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runs once when a fighter spawns — it reads the dict and copies values into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self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properties.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After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setup()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the fighter knows its own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walk_speed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attack_damage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etc. — no more looking up the dict.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Quick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P1 picks Knight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walk_speed: 220.0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). P2 picks Ninja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walk_speed: 310.0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After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setup()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runs for each fighter, what is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p1.walk_speed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? What is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p2.walk_speed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?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Answer: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p1.walk_speed = 220.0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p2.walk_speed = 310.0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Independent copies.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35</a:t>
            </a:r>
          </a:p>
        </p:txBody>
      </p:sp>
      <p:pic>
        <p:nvPicPr>
          <p:cNvPr id="8" name="Picture 7" descr="D4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3136"/>
            <a:ext cx="6766377" cy="38060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Where you'll type it —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player.gd:54-61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Declare five more properties — walk_speed, jump_impulse, attack_type, attack_damage, attack_cooldown — with Knight's stats as defaults (see main.gd:6-59 CHARACTERS[\"knight\"]). setup() overwrites them with the picked character's stats.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In main.gd CHARACTERS["knight"]: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walk_speed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B5CEA8"/>
                </a:solidFill>
                <a:latin typeface="Consolas"/>
              </a:rPr>
              <a:t>220.0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jump_impulse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B5CEA8"/>
                </a:solidFill>
                <a:latin typeface="Consolas"/>
              </a:rPr>
              <a:t>540.0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attack_type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 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melee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attack_damage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15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attack_cooldown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0.5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4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3184727"/>
            <a:ext cx="5501487" cy="309458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Teach the panda how to lose HP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Properties store data. Methods make the object </a:t>
            </a:r>
            <a:r>
              <a:rPr sz="2400" b="0" i="1">
                <a:solidFill>
                  <a:srgbClr val="8A8A8A"/>
                </a:solidFill>
                <a:latin typeface="Poppins"/>
              </a:rPr>
              <a:t>do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 something. Now we write the fighter's first method.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A method changes an object's own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class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Panda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hunger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50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feed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</a:t>
            </a:r>
            <a:r>
              <a:rPr sz="1800">
                <a:solidFill>
                  <a:srgbClr val="E6E6E6"/>
                </a:solidFill>
                <a:latin typeface="Consolas"/>
              </a:rPr>
              <a:t>hunger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-=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10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Panda ate. Hunger now: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hunger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Pieces already in the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hp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the property you declared in chunk #1.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max_hp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also from chunk #1; used to compute HP bar fill ratio.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hit_flash_timer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pre-given float; set it to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0.2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to trigger a flash effect.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set_state(new_state)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pre-given stub (chunk #5 fills it); call it with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"hit"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die()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pre-given method; call it when hp hits zero.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$HPBar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pre-given node; set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scale.x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=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hp / max_hp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to shrink the bar.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40</a:t>
            </a:r>
          </a:p>
        </p:txBody>
      </p:sp>
      <p:pic>
        <p:nvPicPr>
          <p:cNvPr id="8" name="Picture 7" descr="D4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3136"/>
            <a:ext cx="6766377" cy="38060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Where you'll type it —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player.gd:167-176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Subtract amount from hp, set hit_flash_timer to 0.2, switch state to \"hit\", shrink the HP bar to match the new hp/max_hp ratio, and call die() if hp dropped to zero.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Panda analogy: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take_damage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amount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E6E6E6"/>
                </a:solidFill>
                <a:latin typeface="Consolas"/>
              </a:rPr>
              <a:t>hp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-=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amount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E6E6E6"/>
                </a:solidFill>
                <a:latin typeface="Consolas"/>
              </a:rPr>
              <a:t>hit_flash_timer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0.2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E6E6E6"/>
                </a:solidFill>
                <a:latin typeface="Consolas"/>
              </a:rPr>
              <a:t>set_state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hit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E6E6E6"/>
                </a:solidFill>
                <a:latin typeface="Consolas"/>
              </a:rPr>
              <a:t>$</a:t>
            </a:r>
            <a:r>
              <a:rPr sz="1800">
                <a:solidFill>
                  <a:srgbClr val="E6E6E6"/>
                </a:solidFill>
                <a:latin typeface="Consolas"/>
              </a:rPr>
              <a:t>HPBar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scale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x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hp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/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max_hp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hp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&lt;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</a:t>
            </a:r>
            <a:r>
              <a:rPr sz="1800">
                <a:solidFill>
                  <a:srgbClr val="E6E6E6"/>
                </a:solidFill>
                <a:latin typeface="Consolas"/>
              </a:rPr>
              <a:t>die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4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3184727"/>
            <a:ext cx="5501487" cy="309458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Time to spawn two of them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The Player class exists. The properties are declared. Now we create two instances — one for each player — and put them in the scene.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Panda.new() ×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Two independent instances from one blueprint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panda_a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Panda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new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panda_b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Panda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new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panda_a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hp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80</a:t>
            </a:r>
            <a:r>
              <a:rPr sz="1800">
                <a:solidFill>
                  <a:srgbClr val="E6E6E6"/>
                </a:solidFill>
                <a:latin typeface="Consolas"/>
              </a:rPr>
              <a:t>   </a:t>
            </a:r>
            <a:r>
              <a:rPr sz="1800">
                <a:solidFill>
                  <a:srgbClr val="6A9955"/>
                </a:solidFill>
                <a:latin typeface="Consolas"/>
              </a:rPr>
              <a:t># only A changes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panda_b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hp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6A9955"/>
                </a:solidFill>
                <a:latin typeface="Consolas"/>
              </a:rPr>
              <a:t># still 100 — B is unaffected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In Godot: PLAYER_SCENE.instantiate()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Panda.new()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in plain GDScript =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PLAYER_SCENE.instantiate()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in Godot.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Both create a fresh copy of the blueprint.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After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instantiate()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call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add_child()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to put it in the scene tree, then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setup()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to load character data.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45</a:t>
            </a:r>
          </a:p>
        </p:txBody>
      </p:sp>
      <p:pic>
        <p:nvPicPr>
          <p:cNvPr id="8" name="Picture 7" descr="D4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3136"/>
            <a:ext cx="6766377" cy="38060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Where you'll type it —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main.gd:205-212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Instantiate the Player scene twice — once for Player 1, once for Player 2. Add each to the tree and call setup() — Player 1 at Vector2(200, 500), Player 2 at Vector2(1080, 500).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Panda analogy: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panda_a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Panda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new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add_child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panda_a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panda_b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Panda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new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add_child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panda_b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4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3184727"/>
            <a:ext cx="5501487" cy="309458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Objects can change mode.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What does the light know?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A state is a mode — one string that tells the object what it's doing right now.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State controls behavior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| State | What the light does | |-------|-------------------| |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"red"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 Cars must stop. Pedestrians walk. | |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"yellow"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 Cars slow down. No new pedestrians. | |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"green"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 Cars go. Pedestrians wait. |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States change on events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Timer runs out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"red"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"green"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Timer runs out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"green"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"yellow"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Timer runs out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"yellow"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"red"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 state machine: a set of states + the rules for switching between them.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State machine in GDScript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class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TrafficLight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state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red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tick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delta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</a:t>
            </a:r>
            <a:r>
              <a:rPr sz="1800">
                <a:solidFill>
                  <a:srgbClr val="569CD6"/>
                </a:solidFill>
                <a:latin typeface="Consolas"/>
              </a:rPr>
              <a:t>match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state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   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red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        </a:t>
            </a:r>
            <a:r>
              <a:rPr sz="1800">
                <a:solidFill>
                  <a:srgbClr val="E6E6E6"/>
                </a:solidFill>
                <a:latin typeface="Consolas"/>
              </a:rPr>
              <a:t>cars_must_stop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   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yellow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        </a:t>
            </a:r>
            <a:r>
              <a:rPr sz="1800">
                <a:solidFill>
                  <a:srgbClr val="E6E6E6"/>
                </a:solidFill>
                <a:latin typeface="Consolas"/>
              </a:rPr>
              <a:t>cars_slow_down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   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green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        </a:t>
            </a:r>
            <a:r>
              <a:rPr sz="1800">
                <a:solidFill>
                  <a:srgbClr val="E6E6E6"/>
                </a:solidFill>
                <a:latin typeface="Consolas"/>
              </a:rPr>
              <a:t>cars_go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set_state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new_state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new_state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state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    </a:t>
            </a:r>
            <a:r>
              <a:rPr sz="1800">
                <a:solidFill>
                  <a:srgbClr val="569CD6"/>
                </a:solidFill>
                <a:latin typeface="Consolas"/>
              </a:rPr>
              <a:t>return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</a:t>
            </a:r>
            <a:r>
              <a:rPr sz="1800">
                <a:solidFill>
                  <a:srgbClr val="E6E6E6"/>
                </a:solidFill>
                <a:latin typeface="Consolas"/>
              </a:rPr>
              <a:t>state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new_state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Quick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Traffic light is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"red"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A pedestrian presses the crossing button.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set_state("green")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called.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What happens? What is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state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after the call?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Answer: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state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becomes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"green"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On next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tick()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cars_go()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runs instead of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cars_must_stop()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Your fighter's 6 states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"idle"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stand still; press move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"walk"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; press jump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"jump"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"walk"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move; release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"idle"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; jump key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"jump"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"jump"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rising; velocity flips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"fall"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"fall"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falling; land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"idle"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"attack"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swing/fire; timer done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"idle"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(pre-given)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"hit"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flash; timer done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"idle"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(pre-given)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"dead"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terminal; no transitions out (pre-given)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55</a:t>
            </a:r>
          </a:p>
        </p:txBody>
      </p:sp>
      <p:pic>
        <p:nvPicPr>
          <p:cNvPr id="8" name="Picture 7" descr="D4C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3136"/>
            <a:ext cx="6766377" cy="38060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Where you'll type it —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player.gd:63-72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Declare state (start at \"idle\"). In set_state(new_state): return if it matches the current state, otherwise print new_state and update state.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Traffic light analogy: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state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red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set_state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new_state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new_state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state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</a:t>
            </a:r>
            <a:r>
              <a:rPr sz="1800">
                <a:solidFill>
                  <a:srgbClr val="569CD6"/>
                </a:solidFill>
                <a:latin typeface="Consolas"/>
              </a:rPr>
              <a:t>return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new_state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E6E6E6"/>
                </a:solidFill>
                <a:latin typeface="Consolas"/>
              </a:rPr>
              <a:t>state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new_state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4C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3184727"/>
            <a:ext cx="5501487" cy="309458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No new visible payoff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State is declared. But nothing reacts to it yet — chunk #6 fills the branches. Keep going.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Use the state — make the panda behave per 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The state string exists. Now write the rules: what does each state DO every frame?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match state: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— six branches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_physics_process(delta)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runs every frame (~60×/second).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Inside it: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match state: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checks the current state string.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Six branches: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"idle"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"walk"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"jump"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"fall"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"attack"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"hit"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Each branch runs ONLY when the fighter is in that state.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What's written vs what you write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Pre-given (gray):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match state: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dispatcher itself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Velocity application (gravity, horizontal movement)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attack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branch (full — you wrote attack() in chunk #7)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hit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branch (full — uses hit_flash_timer)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dead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branch (full — freezes the fighter)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write (red — 4 holes):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Inside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"idle"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: when to switch to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"walk"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and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"jump"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Inside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"walk"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: when to switch to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"idle"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and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"jump"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Inside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"jump"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: when to switch to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"fall"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Inside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"fall"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: when to switch to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"idle"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get_move_direction()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helper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Pre-given helper — already in player.gd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get_move_direction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E6E6E6"/>
                </a:solidFill>
                <a:latin typeface="Consolas"/>
              </a:rPr>
              <a:t>&gt;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float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left</a:t>
            </a:r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Input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is_action_pressed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p</a:t>
            </a:r>
            <a:r>
              <a:rPr sz="1800">
                <a:solidFill>
                  <a:srgbClr val="CE9178"/>
                </a:solidFill>
                <a:latin typeface="Consolas"/>
              </a:rPr>
              <a:t>%d</a:t>
            </a:r>
            <a:r>
              <a:rPr sz="1800">
                <a:solidFill>
                  <a:srgbClr val="CE9178"/>
                </a:solidFill>
                <a:latin typeface="Consolas"/>
              </a:rPr>
              <a:t>_left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%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player_num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right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Input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is_action_pressed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p</a:t>
            </a:r>
            <a:r>
              <a:rPr sz="1800">
                <a:solidFill>
                  <a:srgbClr val="CE9178"/>
                </a:solidFill>
                <a:latin typeface="Consolas"/>
              </a:rPr>
              <a:t>%d</a:t>
            </a:r>
            <a:r>
              <a:rPr sz="1800">
                <a:solidFill>
                  <a:srgbClr val="CE9178"/>
                </a:solidFill>
                <a:latin typeface="Consolas"/>
              </a:rPr>
              <a:t>_right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%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player_num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return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float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right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float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left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6A9955"/>
                </a:solidFill>
                <a:latin typeface="Consolas"/>
              </a:rPr>
              <a:t># Returns: -1.0 (left), 0.0 (still), 1.0 (right)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62</a:t>
            </a:r>
          </a:p>
        </p:txBody>
      </p:sp>
      <p:pic>
        <p:nvPicPr>
          <p:cNvPr id="8" name="Picture 7" descr="D4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3136"/>
            <a:ext cx="6766377" cy="38060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The full state machine — your four holes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We know idle exists — inside the idle branch: switch to \"walk\" when get_move_direction() is non-zero, and switch to \"jump\" (with upward velocity.y) when jump is pressed on the floor.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Traffic light: red → green on button press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button_pressed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E6E6E6"/>
                </a:solidFill>
                <a:latin typeface="Consolas"/>
              </a:rPr>
              <a:t>set_state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green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Idle exits: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get_move_direction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!=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E6E6E6"/>
                </a:solidFill>
                <a:latin typeface="Consolas"/>
              </a:rPr>
              <a:t>set_state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walk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jump_pressed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and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is_on_floor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E6E6E6"/>
                </a:solidFill>
                <a:latin typeface="Consolas"/>
              </a:rPr>
              <a:t>velocity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y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E6E6E6"/>
                </a:solidFill>
                <a:latin typeface="Consolas"/>
              </a:rPr>
              <a:t>jump_impulse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E6E6E6"/>
                </a:solidFill>
                <a:latin typeface="Consolas"/>
              </a:rPr>
              <a:t>set_state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jump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4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3184727"/>
            <a:ext cx="5501487" cy="309458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Inside the walk branch: when get_move_direction() is zero, switch back to \"idle\". When jump is pressed on the floor, set velocity.y = -jump_impulse and switch to \"jump\".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Walk exits — symmetric to idle: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get_move_direction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E6E6E6"/>
                </a:solidFill>
                <a:latin typeface="Consolas"/>
              </a:rPr>
              <a:t>set_state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idle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jump_pressed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and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is_on_floor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E6E6E6"/>
                </a:solidFill>
                <a:latin typeface="Consolas"/>
              </a:rPr>
              <a:t>velocity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y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E6E6E6"/>
                </a:solidFill>
                <a:latin typeface="Consolas"/>
              </a:rPr>
              <a:t>jump_impulse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E6E6E6"/>
                </a:solidFill>
                <a:latin typeface="Consolas"/>
              </a:rPr>
              <a:t>set_state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jump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4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3184727"/>
            <a:ext cx="5501487" cy="309458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Inside the jump branch: when velocity.y &gt; 0 (upward velocity has run out), switch to \"fall\".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Jumped up — now falling: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velocity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y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&gt;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E6E6E6"/>
                </a:solidFill>
                <a:latin typeface="Consolas"/>
              </a:rPr>
              <a:t>set_state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fall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4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3184727"/>
            <a:ext cx="5501487" cy="309458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When is_on_floor() is true, the player has landed — switch back to \"idle\".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Landed: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is_on_floor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E6E6E6"/>
                </a:solidFill>
                <a:latin typeface="Consolas"/>
              </a:rPr>
              <a:t>set_state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idle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4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3184727"/>
            <a:ext cx="5501487" cy="309458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Make the attack DO something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Fighters can move. Now make the attack key actually deal damage.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match attack_type: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— two branches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attack_type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"melee"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or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"projectile"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(set by chunk #2 /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setup()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Inside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attack()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match attack_type: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branches once — melee hits the nearby opponent directly; projectile fires a scene instance.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Same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match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pattern as the state machine — one string decides what happens.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Pieces already in the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attack_cooldown_timer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pre-given float; set to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attack_cooldown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to start the cooldown.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melee_swing_timer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pre-given float; set to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0.15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to trigger the swing rectangle draw.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queue_redraw()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pre-given Godot call; redraws the swing rectangle.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get_opponent()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pre-given method; returns the other Player node (or null if dead).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spawn_projectile()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pre-given method; fires a Projectile scene in the facing direction.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The same check with named booleans: three readable lines instead of one unreadable wall. If it breaks, you know which condition failed.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112772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11277295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BAD — one wicked one-liner: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abs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opponent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pos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x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pos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x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&lt;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rng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\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</a:t>
            </a:r>
            <a:r>
              <a:rPr sz="1800">
                <a:solidFill>
                  <a:srgbClr val="E6E6E6"/>
                </a:solidFill>
                <a:latin typeface="Consolas"/>
              </a:rPr>
              <a:t>and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abs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opponent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pos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y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pos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y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&lt;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40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\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</a:t>
            </a:r>
            <a:r>
              <a:rPr sz="1800">
                <a:solidFill>
                  <a:srgbClr val="E6E6E6"/>
                </a:solidFill>
                <a:latin typeface="Consolas"/>
              </a:rPr>
              <a:t>and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sign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opponent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pos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x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pos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x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facing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E6E6E6"/>
                </a:solidFill>
                <a:latin typeface="Consolas"/>
              </a:rPr>
              <a:t>opponent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take_damage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dmg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71</a:t>
            </a:r>
          </a:p>
        </p:txBody>
      </p:sp>
      <p:pic>
        <p:nvPicPr>
          <p:cNvPr id="8" name="Picture 7" descr="D4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3136"/>
            <a:ext cx="6766377" cy="38060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Where you'll type it —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player.gd:178-199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Start the cooldown: attack_cooldown_timer = attack_cooldown. Then match attack_type: — \"melee\": set melee_swing_timer = 0.15, call queue_redraw(), get the opponent with get_opponent(). return if they're null or already dead. Compute to_opp = opponent.position - position. Two lines are pre-given in your code (in_range and same_height — both use abs()). You write: var facing_opponent = sign(to_opp.x) == facing. Then if in_range and facing_opponent and same_height: opponent.take_damage(attack_damage). \"projectile\": call spawn_projectile().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Named booleans — the good way: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in_range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abs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to_opp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x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&lt;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attack_range</a:t>
            </a:r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pre-given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same_height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abs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to_opp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y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&lt;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40.0</a:t>
            </a:r>
            <a:r>
              <a:rPr sz="1800">
                <a:solidFill>
                  <a:srgbClr val="E6E6E6"/>
                </a:solidFill>
                <a:latin typeface="Consolas"/>
              </a:rPr>
              <a:t>       </a:t>
            </a:r>
            <a:r>
              <a:rPr sz="1800">
                <a:solidFill>
                  <a:srgbClr val="6A9955"/>
                </a:solidFill>
                <a:latin typeface="Consolas"/>
              </a:rPr>
              <a:t># pre-given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facing_opponent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sign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to_opp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x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facing</a:t>
            </a:r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YOU write this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in_range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and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facing_opponent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and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same_height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6A9955"/>
                </a:solidFill>
                <a:latin typeface="Consolas"/>
              </a:rPr>
              <a:t># YOU write this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E6E6E6"/>
                </a:solidFill>
                <a:latin typeface="Consolas"/>
              </a:rPr>
              <a:t>opponent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take_damage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attack_damage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4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3184727"/>
            <a:ext cx="5501487" cy="309458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Make it yours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74</a:t>
            </a:r>
          </a:p>
        </p:txBody>
      </p:sp>
      <p:pic>
        <p:nvPicPr>
          <p:cNvPr id="8" name="Picture 7" descr="D4B5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55739"/>
            <a:ext cx="6766377" cy="41408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Beat 5 — Add a fifth map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Done with beats? Take on the Final Challenge.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Invent a 5th fighter: custom stats, custom sprite, custom attack. Then fight your friend with it.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Final Challenge — Invent Your Own Fighter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What you unlock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Build a 5th playable character with whatever stats, sprite, and attack type you want.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Give them a custom attack: invent the behavior — projectile burst, screen shake, freeze, anything.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Play it against your friend in the map you built in Beat 5.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You already know how to do this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FC-1 ← chunks #1 + #2 (property declarations → a fresh stats dict)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FC-2 ← chunk #4 (hook a new instance into the existing system)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FC-3 ← chunks #6 + #7 (add a new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match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branch + invent attack behavior)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Every FC hole is a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reword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of something you wrote this morning.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FC enable — step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FileSystem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final_challenge.gd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double-click.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Find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const CUSTOM_CHARACTER := {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at the top.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This is your character's stats dict — currently empty placeholders.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FC enable — step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Open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main.gd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_ready()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Add: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CHARACTERS["custom"] = CUSTOM_CHARACTER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Open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player.gd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attack()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Add a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"custom":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branch in the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match attack_type: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block.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Save all three files → F5.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Fill the CUSTOM_CHARACTER dict with stats for your fighter. Pick a sprite from assets/kenney_pp/characters/ (try tile_0004.png and up). Set attack_type to \"custom\" so your FC-3 branch handles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Mirror of chunks #1 + #2: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const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CUSTOM_CHARACTER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display_name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MyFighter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sprite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res://assets/kenney_pp/characters/tile_0004.png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tint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Color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B5CEA8"/>
                </a:solidFill>
                <a:latin typeface="Consolas"/>
              </a:rPr>
              <a:t>1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1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1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walk_speed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250.0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jump_impulse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540.0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attack_type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custom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attack_damage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12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attack_cooldown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0.6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attack_range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0.0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projectile_speed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0.0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projectile_gravity_scale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0.0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}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4FC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3185338"/>
            <a:ext cx="5501487" cy="3093363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Register your character in main.gd so the game knows about it. Add it to the keys array and update the char-select label to show key 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112772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11277295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In main.gd _ready(), after CHARACTERS dict: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CHARACTERS</a:t>
            </a:r>
            <a:r>
              <a:rPr sz="1800">
                <a:solidFill>
                  <a:srgbClr val="E6E6E6"/>
                </a:solidFill>
                <a:latin typeface="Consolas"/>
              </a:rPr>
              <a:t>[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custom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]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CUSTOM_CHARACTER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In _unhandled_input keys array: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keys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[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knight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ninja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mage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archer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custom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]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Update char-select label to include: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"5 = MyFighter"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Add a \"custom\": branch to the match attack_type block in player.gd attack(). Invent any behavior — double damage, projectile burst, screen shake, knockback. Use get_opponent(), spawn_projectile(), and take_damage() as building blocks.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In player.gd attack(), inside match attack_type: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custom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6A9955"/>
                </a:solidFill>
                <a:latin typeface="Consolas"/>
              </a:rPr>
              <a:t># Invent anything: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6A9955"/>
                </a:solidFill>
                <a:latin typeface="Consolas"/>
              </a:rPr>
              <a:t># — spawn_projectile() fires forward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6A9955"/>
                </a:solidFill>
                <a:latin typeface="Consolas"/>
              </a:rPr>
              <a:t># — opponent.take_damage(attack_damage * 2)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6A9955"/>
                </a:solidFill>
                <a:latin typeface="Consolas"/>
              </a:rPr>
              <a:t># — call set_state("attack") again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6A9955"/>
                </a:solidFill>
                <a:latin typeface="Consolas"/>
              </a:rPr>
              <a:t># — get_opponent() and push them back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pass</a:t>
            </a:r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replace with your idea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4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3184727"/>
            <a:ext cx="5501487" cy="309458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More ideas — stats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Max walk_speed before clipping through walls: ~800. Above 1000 = chaos.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jump_impulse = 1000 → moon jump.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attack_cooldown = 0.05 → machine gun attacks.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attack_damage = 99 → one-punch.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Combine: slow + high damage = tank. Fast + low damage = glass cannon.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More ideas — attack behavior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Two projectiles: call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spawn_projectile()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twice with a tiny delay trick.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Area burst: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opponent.take_damage(attack_damage)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without checking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in_range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always hits if facing.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Boomerang: set projectile_gravity_scale to a negative value in the dict.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Self-heal: instead of damaging the opponent, call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hp = min(hp + 10, max_hp)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Taunt: call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set_state("attack")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without dealing damage — wastes the opponent's dodge.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Objects + State. Two big ideas.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OBJECT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a thing in code that remembers its own data and can do things. Every fighter is one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Player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object with its own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hp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walk_speed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and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state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STATE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a mode that changes the object's behavior every frame. Six states: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idle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walk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jump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fall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attack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hit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/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dead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Together: a fighter that knows what it is AND what it's doing. That's a game character.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Tomorrow: Day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No new code. Play what you built across four days, show it off, and take it home.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Export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Instructor will run the export for you. You leave with a .zip that runs on any Windows PC — no Godot needed.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