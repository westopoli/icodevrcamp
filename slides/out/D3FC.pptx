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"/>
            <a:ext cx="6858000" cy="5029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oppins"/>
              </a:rPr>
              <a:t>Final Challenge — Board 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33272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033272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033272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FC-1  </a:t>
            </a:r>
            <a:r>
              <a:rPr sz="1100" b="0">
                <a:solidFill>
                  <a:srgbClr val="FFFFFF"/>
                </a:solidFill>
                <a:latin typeface="Poppins"/>
              </a:rPr>
              <a:t>state vars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426464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spawn_timer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float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B5CEA8"/>
                </a:solidFill>
                <a:latin typeface="Consolas"/>
              </a:rPr>
              <a:t>0.0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difficulty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int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B5CEA8"/>
                </a:solidFill>
                <a:latin typeface="Consolas"/>
              </a:rPr>
              <a:t>1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spawn_interval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float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SPAWN_INTERVAL_START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spawn_queue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Array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[</a:t>
            </a:r>
            <a:r>
              <a:rPr sz="1050">
                <a:solidFill>
                  <a:srgbClr val="E6E6E6"/>
                </a:solidFill>
                <a:latin typeface="Consolas"/>
              </a:rPr>
              <a:t>]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clear_streak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int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5442" y="1033272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5442" y="1033272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7738" y="1033272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FC-2a  </a:t>
            </a:r>
            <a:r>
              <a:rPr sz="1100" b="0">
                <a:solidFill>
                  <a:srgbClr val="FFFFFF"/>
                </a:solidFill>
                <a:latin typeface="Poppins"/>
              </a:rPr>
              <a:t>.append()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738" y="1426464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E6E6E6"/>
                </a:solidFill>
                <a:latin typeface="Consolas"/>
              </a:rPr>
              <a:t>spawn_queue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DCDCAA"/>
                </a:solidFill>
                <a:latin typeface="Consolas"/>
              </a:rPr>
              <a:t>append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0844" y="1033272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0844" y="1033272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3140" y="1033272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FC-2b  </a:t>
            </a:r>
            <a:r>
              <a:rPr sz="1100" b="0">
                <a:solidFill>
                  <a:srgbClr val="FFFFFF"/>
                </a:solidFill>
                <a:latin typeface="Poppins"/>
              </a:rPr>
              <a:t>.pop_front() + reward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3140" y="1426464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String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spawn_queue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DCDCAA"/>
                </a:solidFill>
                <a:latin typeface="Consolas"/>
              </a:rPr>
              <a:t>pop_front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main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DCDCAA"/>
                </a:solidFill>
                <a:latin typeface="Consolas"/>
              </a:rPr>
              <a:t>spawn_enemy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DCDCAA"/>
                </a:solidFill>
                <a:latin typeface="Consolas"/>
              </a:rPr>
              <a:t>random_edge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  <a:r>
              <a:rPr sz="1050">
                <a:solidFill>
                  <a:srgbClr val="E6E6E6"/>
                </a:solidFill>
                <a:latin typeface="Consolas"/>
              </a:rPr>
              <a:t>,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main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coins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+=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STREAK_BONUS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974848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974848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2974848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FC-3  </a:t>
            </a:r>
            <a:r>
              <a:rPr sz="1100" b="0">
                <a:solidFill>
                  <a:srgbClr val="FFFFFF"/>
                </a:solidFill>
                <a:latin typeface="Poppins"/>
              </a:rPr>
              <a:t>per-frame buff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" y="3368040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main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enemies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endless_buff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,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delta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main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towers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buff_tower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,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delta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5442" y="2974848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25442" y="2974848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7738" y="2974848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FC-4  </a:t>
            </a:r>
            <a:r>
              <a:rPr sz="1100" b="0">
                <a:solidFill>
                  <a:srgbClr val="FFFFFF"/>
                </a:solidFill>
                <a:latin typeface="Poppins"/>
              </a:rPr>
              <a:t>buff_all(list, delta)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7738" y="3368040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enemy_list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endless_buff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,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delta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0844" y="2974848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0844" y="2974848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3140" y="2974848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FC-5a  </a:t>
            </a:r>
            <a:r>
              <a:rPr sz="1100" b="0">
                <a:solidFill>
                  <a:srgbClr val="FFFFFF"/>
                </a:solidFill>
                <a:latin typeface="Poppins"/>
              </a:rPr>
              <a:t>get_fastest_enemy()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3140" y="3368040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main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enemies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C586C0"/>
                </a:solidFill>
                <a:latin typeface="Consolas"/>
              </a:rPr>
              <a:t>if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speed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&gt;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best_speed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    </a:t>
            </a:r>
            <a:r>
              <a:rPr sz="1050">
                <a:solidFill>
                  <a:srgbClr val="E6E6E6"/>
                </a:solidFill>
                <a:latin typeface="Consolas"/>
              </a:rPr>
              <a:t>fastest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    </a:t>
            </a:r>
            <a:r>
              <a:rPr sz="1050">
                <a:solidFill>
                  <a:srgbClr val="E6E6E6"/>
                </a:solidFill>
                <a:latin typeface="Consolas"/>
              </a:rPr>
              <a:t>best_speed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speed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916424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4916424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2336" y="4916424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FC-5b  </a:t>
            </a:r>
            <a:r>
              <a:rPr sz="1100" b="0">
                <a:solidFill>
                  <a:srgbClr val="FFFFFF"/>
                </a:solidFill>
                <a:latin typeface="Poppins"/>
              </a:rPr>
              <a:t>get_wounded_enemies()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5309616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result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Array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[</a:t>
            </a:r>
            <a:r>
              <a:rPr sz="1050">
                <a:solidFill>
                  <a:srgbClr val="E6E6E6"/>
                </a:solidFill>
                <a:latin typeface="Consolas"/>
              </a:rPr>
              <a:t>]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main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enemies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C586C0"/>
                </a:solidFill>
                <a:latin typeface="Consolas"/>
              </a:rPr>
              <a:t>if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hp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&lt;=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WOUNDED_HP_THRESHOLD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    </a:t>
            </a:r>
            <a:r>
              <a:rPr sz="1050">
                <a:solidFill>
                  <a:srgbClr val="E6E6E6"/>
                </a:solidFill>
                <a:latin typeface="Consolas"/>
              </a:rPr>
              <a:t>result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DCDCAA"/>
                </a:solidFill>
                <a:latin typeface="Consolas"/>
              </a:rPr>
              <a:t>append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e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return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result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25442" y="4916424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25442" y="4916424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07738" y="4916424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FC-6  </a:t>
            </a:r>
            <a:r>
              <a:rPr sz="1100" b="0">
                <a:solidFill>
                  <a:srgbClr val="FFFFFF"/>
                </a:solidFill>
                <a:latin typeface="Poppins"/>
              </a:rPr>
              <a:t>escalate() match branch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7738" y="5309616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CE9178"/>
                </a:solidFill>
                <a:latin typeface="Consolas"/>
              </a:rPr>
              <a:t>"medium"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4EC9B0"/>
                </a:solidFill>
                <a:latin typeface="Consolas"/>
              </a:rPr>
              <a:t>String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DCDCAA"/>
                </a:solidFill>
                <a:latin typeface="Consolas"/>
              </a:rPr>
              <a:t>pick_type_for_band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band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queue_spawn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queue_spawn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t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0844" y="4916424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30844" y="4916424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13140" y="4916424"/>
            <a:ext cx="3576218" cy="3108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FC-7  </a:t>
            </a:r>
            <a:r>
              <a:rPr sz="1100" b="0">
                <a:solidFill>
                  <a:srgbClr val="FFFFFF"/>
                </a:solidFill>
                <a:latin typeface="Poppins"/>
              </a:rPr>
              <a:t>check_for_screen_clear()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3140" y="5309616"/>
            <a:ext cx="3576218" cy="1301496"/>
          </a:xfrm>
          <a:prstGeom prst="rect">
            <a:avLst/>
          </a:prstGeom>
          <a:noFill/>
        </p:spPr>
        <p:txBody>
          <a:bodyPr wrap="none" tIns="0" lIns="0" bIns="0">
            <a:spAutoFit/>
          </a:bodyPr>
          <a:lstStyle/>
          <a:p>
            <a:r>
              <a:rPr sz="1050">
                <a:solidFill>
                  <a:srgbClr val="C586C0"/>
                </a:solidFill>
                <a:latin typeface="Consolas"/>
              </a:rPr>
              <a:t>if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main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E6E6E6"/>
                </a:solidFill>
                <a:latin typeface="Consolas"/>
              </a:rPr>
              <a:t>enemies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DCDCAA"/>
                </a:solidFill>
                <a:latin typeface="Consolas"/>
              </a:rPr>
              <a:t>size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B5CEA8"/>
                </a:solidFill>
                <a:latin typeface="Consolas"/>
              </a:rPr>
              <a:t>0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569CD6"/>
                </a:solidFill>
                <a:latin typeface="Consolas"/>
              </a:rPr>
              <a:t>and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spawn_queue</a:t>
            </a:r>
            <a:r>
              <a:rPr sz="1050">
                <a:solidFill>
                  <a:srgbClr val="E6E6E6"/>
                </a:solidFill>
                <a:latin typeface="Consolas"/>
              </a:rPr>
              <a:t>.</a:t>
            </a:r>
            <a:r>
              <a:rPr sz="1050">
                <a:solidFill>
                  <a:srgbClr val="DCDCAA"/>
                </a:solidFill>
                <a:latin typeface="Consolas"/>
              </a:rPr>
              <a:t>size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==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B5CEA8"/>
                </a:solidFill>
                <a:latin typeface="Consolas"/>
              </a:rPr>
              <a:t>0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E6E6E6"/>
                </a:solidFill>
                <a:latin typeface="Consolas"/>
              </a:rPr>
              <a:t>clear_streak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+=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B5CEA8"/>
                </a:solidFill>
                <a:latin typeface="Consolas"/>
              </a:rPr>
              <a:t>1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E6E6E6"/>
                </a:solidFill>
                <a:latin typeface="Consolas"/>
              </a:rPr>
              <a:t>difficulty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+=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B5CEA8"/>
                </a:solidFill>
                <a:latin typeface="Consolas"/>
              </a:rPr>
              <a:t>1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E6E6E6"/>
                </a:solidFill>
                <a:latin typeface="Consolas"/>
              </a:rPr>
              <a:t>spawn_interval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*=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E6E6E6"/>
                </a:solidFill>
                <a:latin typeface="Consolas"/>
              </a:rPr>
              <a:t>SPAWN_INTERVAL_SHRINK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escalate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