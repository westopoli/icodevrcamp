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ALUE that can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C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ball_speed_x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ball_speed_y := </a:t>
            </a:r>
            <a:r>
              <a:rPr sz="1800">
                <a:solidFill>
                  <a:srgbClr val="F67400"/>
                </a:solidFill>
                <a:latin typeface="Consolas"/>
              </a:rPr>
              <a:t>3.0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paddle_speed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left-right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up-down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speed (5=slow, 15=super fast)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skibidi_speed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gyatt_factor := </a:t>
            </a:r>
            <a:r>
              <a:rPr sz="18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ball_moving :=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flag :=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[something </a:t>
            </a:r>
            <a:r>
              <a:rPr sz="1800">
                <a:solidFill>
                  <a:srgbClr val="CFCFC2"/>
                </a:solidFill>
                <a:latin typeface="Consolas"/>
              </a:rPr>
              <a:t>is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  <a:r>
              <a:rPr sz="1800">
                <a:solidFill>
                  <a:srgbClr val="CFCFC2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CFCFC2"/>
                </a:solidFill>
                <a:latin typeface="Consolas"/>
              </a:rPr>
              <a:t>and</a:t>
            </a:r>
            <a:r>
              <a:rPr sz="1800">
                <a:solidFill>
                  <a:srgbClr val="CFCFC2"/>
                </a:solidFill>
                <a:latin typeface="Consolas"/>
              </a:rPr>
              <a:t> this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     ← OPENS the box (blue/highlighted)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┌─────────────────────────────────────────┐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800">
                <a:solidFill>
                  <a:srgbClr val="CFCFC2"/>
                </a:solidFill>
                <a:latin typeface="Consolas"/>
              </a:rPr>
              <a:t>()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└─────────────────────────────────────────┘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 (ALWAYS runs, outside the box)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d1_box_open.png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d1_box_closed.png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← the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← NOT indented → NOT inside the box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← NOT indented → also </a:t>
            </a:r>
            <a:r>
              <a:rPr sz="1800">
                <a:solidFill>
                  <a:srgbClr val="CFCFC2"/>
                </a:solidFill>
                <a:latin typeface="Consolas"/>
              </a:rPr>
              <a:t>not</a:t>
            </a:r>
            <a:r>
              <a:rPr sz="1800">
                <a:solidFill>
                  <a:srgbClr val="CFCFC2"/>
                </a:solidFill>
                <a:latin typeface="Consolas"/>
              </a:rPr>
              <a:t> inside the box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health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       ← condition = 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 ALWAYS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is_paused: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Nested boxes — what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has_key: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door_locked: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(KEY_X):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my_bool =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my_bool ==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(KEY_X)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Space is pressed: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set ball_moving to 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ball_moving is false: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object   verb (ask Input to check a key)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ball.position.y += ball_speed_y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ball_speed_x to ball.position.x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lower_border = SCREEN_H - BALL_SIZE  </a:t>
            </a:r>
            <a:r>
              <a:rPr sz="1800">
                <a:solidFill>
                  <a:srgbClr val="7A7C7D"/>
                </a:solidFill>
                <a:latin typeface="Consolas"/>
              </a:rPr>
              <a:t># = 648 - 20 = 628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top-left at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ball bottom-right at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← just touching the wall 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has already gone OFF the screen ✗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lower_border = SCREEN_H - BALL_SIZE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ball.position.y &lt; upper_border </a:t>
            </a:r>
            <a:r>
              <a:rPr sz="1800">
                <a:solidFill>
                  <a:srgbClr val="CFCFC2"/>
                </a:solidFill>
                <a:latin typeface="Consolas"/>
              </a:rPr>
              <a:t>or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ball.position.y &gt; lower_border: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ball_speed_y = -ball_speed_y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else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a </a:t>
            </a:r>
            <a:r>
              <a:rPr sz="1400">
                <a:solidFill>
                  <a:srgbClr val="CFCFC2"/>
                </a:solidFill>
                <a:latin typeface="Consolas"/>
              </a:rPr>
              <a:t>or</a:t>
            </a:r>
            <a:r>
              <a:rPr sz="1400">
                <a:solidFill>
                  <a:srgbClr val="CFCFC2"/>
                </a:solidFill>
                <a:latin typeface="Consolas"/>
              </a:rPr>
              <a:t> b: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= -x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else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ball.position.y &lt; upper_border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or ball.position.y &gt; lower_border: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flip ball_speed_y (negate it)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else: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object.position.x &gt; LIMIT: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"message"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7F8C8D"/>
                </a:solidFill>
                <a:latin typeface="Consolas"/>
              </a:rPr>
              <a:t>print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F44F4F"/>
                </a:solidFill>
                <a:latin typeface="Consolas"/>
              </a:rPr>
              <a:t>"message"</a:t>
            </a:r>
            <a:r>
              <a:rPr sz="14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ball.position.x is past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a name means it's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bundle of code someone already wrote.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function that came with GDScript. Someone wrote it so we don't have to.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We'll learn to write our OWN functions on Day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(below) is another pre-written function you'll use soon.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object.position.x &gt; RIGHT_EDGE: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score_a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object.position.x &lt; LEFT_EDGE: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score_b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right edge (&gt; SCREEN_W):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left_score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left edge (&lt; 0):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right_score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)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(whatever value the variable holds)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"Speed: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 + </a:t>
            </a:r>
            <a:r>
              <a:rPr sz="1800">
                <a:solidFill>
                  <a:srgbClr val="F44F4F"/>
                </a:solidFill>
                <a:latin typeface="Consolas"/>
              </a:rPr>
              <a:t>" ★"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A7C7D"/>
                </a:solidFill>
                <a:latin typeface="Consolas"/>
              </a:rPr>
              <a:t># → "★ 42 ★"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reads: "stick this onto the end of whatever's already there"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+ </a:t>
            </a:r>
            <a:r>
              <a:rPr sz="1800">
                <a:solidFill>
                  <a:srgbClr val="F44F4F"/>
                </a:solidFill>
                <a:latin typeface="Consolas"/>
              </a:rPr>
              <a:t>"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44F4F"/>
                </a:solidFill>
                <a:latin typeface="Consolas"/>
              </a:rPr>
              <a:t>"label: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first silly var to score_label.text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str() to convert it, + to join with a label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second silly var too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7A7C7D"/>
                </a:solidFill>
                <a:latin typeface="Consolas"/>
              </a:rPr>
              <a:t># this is a comment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(KEY_X)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-=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FC-1: comment out ALL 5 AI lines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(select + Ctrl+K, or add # manually)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should now sit still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FC-2: add I/K key movement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 key pressed → move UP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const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 reset_ball(), after position reset: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define ANGLE_MIN and ANGLE_MAX constants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pick a random angle with randf_range()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x speed using cos(deg_to_rad())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