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abs()? Distance has no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your opponent moves to the LEFT, their x position goes DOWN — so the gap between you becomes a negative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your opponent moves to the RIGHT, their x position goes UP — so the gap is a positive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But you're the same distance apart either way! The sign just tells you which side they're 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abs() throws away the sign and gives you the plain distance — like a tape measure that doesn't care which direction you hold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   abs(−300) = 300     abs(+300) = 300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breaks without abs()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❌  Without abs()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Your attack range is 70 pixels.
Your opponent is way over to the left — 300 pixels away.
The gap comes out as −300 (negative because they're to your left).
The game checks: is −300 ≤ 70?
→ YES — so the punch lands!
But they're 300 pixels away.
That punch should never have hit.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✅  With abs()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Your attack range is 70 pixels.
Your opponent is way over to the left — 300 pixels away.
The gap comes out as −300.
abs(−300) turns that into 300.
The game checks: is 300 ≤ 70?
→ NO — punch misses. Correct!
Now it works the same
no matter which side they're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