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" y="50000"/>
            <a:ext cx="448731" cy="3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44000" y="100000"/>
            <a:ext cx="1100000" cy="250000"/>
          </a:xfrm>
          <a:prstGeom prst="rect">
            <a:avLst/>
          </a:prstGeom>
          <a:noFill/>
        </p:spPr>
        <p:txBody lIns="30000" rIns="80000" tIns="20000" bIns="20000"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490000"/>
            <a:ext cx="8844000" cy="230000"/>
          </a:xfrm>
          <a:prstGeom prst="rect">
            <a:avLst/>
          </a:prstGeom>
          <a:noFill/>
        </p:spPr>
        <p:txBody lIns="60000" rIns="60000" tIns="2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Poppins"/>
              </a:rPr>
              <a:t>Final Challenge — all 6 holes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000" y="690000"/>
            <a:ext cx="2881333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000" y="690000"/>
            <a:ext cx="2881333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FC-1  spawn_personality_ghosts()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000" y="990545"/>
            <a:ext cx="2881333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000" y="990545"/>
            <a:ext cx="2881333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for_range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000" y="1226687"/>
            <a:ext cx="2881333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00" y="1226687"/>
            <a:ext cx="2881333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i in range(PERSONALITY_COUNT):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spawn_one_personality(i)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1333" y="690000"/>
            <a:ext cx="2881333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1333" y="690000"/>
            <a:ext cx="2881333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FC-2  step_all_personality_ghosts()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1333" y="990545"/>
            <a:ext cx="2881333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1333" y="990545"/>
            <a:ext cx="2881333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for_in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333" y="1226687"/>
            <a:ext cx="2881333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1333" y="1226687"/>
            <a:ext cx="2881333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ghost in ghosts: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step_personality(ghost)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2666" y="690000"/>
            <a:ext cx="2881333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2666" y="690000"/>
            <a:ext cx="2881333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FC-3  count_ghosts_of(personality) -&gt; 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2666" y="990545"/>
            <a:ext cx="2881333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2666" y="990545"/>
            <a:ext cx="2881333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for_in, var, return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2666" y="1226687"/>
            <a:ext cx="2881333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2666" y="1226687"/>
            <a:ext cx="2881333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var count :=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ghost in ghosts: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if personality matches: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    count +=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return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000" y="2916750"/>
            <a:ext cx="2881333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000" y="2916750"/>
            <a:ext cx="2881333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FC-4  reset_personality_ghosts()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000" y="3217295"/>
            <a:ext cx="2881333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000" y="3217295"/>
            <a:ext cx="2881333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for_in, var, plus_eq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000" y="3453437"/>
            <a:ext cx="2881333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000" y="3453437"/>
            <a:ext cx="2881333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var i :=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for ghost in ghosts: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respawn_personality_ghost(ghost, i)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i +=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1333" y="2916750"/>
            <a:ext cx="2881333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31333" y="2916750"/>
            <a:ext cx="2881333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FC-5  target_for(ghost) -&gt; Vector2i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31333" y="3217295"/>
            <a:ext cx="2881333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31333" y="3217295"/>
            <a:ext cx="2881333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func_return, 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31333" y="3453437"/>
            <a:ext cx="2881333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1333" y="3453437"/>
            <a:ext cx="2881333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var p = ghost.get_meta("personality")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if p == BLINKY: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return blinky_target(ghost)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elif p == PINKY: ...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elif p == INKY:  ...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elif p == CLYDE: 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12666" y="2916750"/>
            <a:ext cx="2881333" cy="30054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2666" y="2916750"/>
            <a:ext cx="2881333" cy="300545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FC-6  is_clyde_close(ghost) -&gt; bool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12666" y="3217295"/>
            <a:ext cx="2881333" cy="23614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2666" y="3217295"/>
            <a:ext cx="2881333" cy="236142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func_return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12666" y="3453437"/>
            <a:ext cx="2881333" cy="161006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12666" y="3453437"/>
            <a:ext cx="2881333" cy="1610063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var d := distance_to_player(ghost)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return d &lt; 8.0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